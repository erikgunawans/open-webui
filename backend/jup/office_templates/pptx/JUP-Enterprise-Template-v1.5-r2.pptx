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Override PartName="/ppt/slides/slide25.xml" ContentType="application/vnd.openxmlformats-officedocument.presentationml.slide+xml"/>
  <Override PartName="/ppt/slideLayouts/slideLayout26.xml" ContentType="application/vnd.openxmlformats-officedocument.presentationml.slideLayout+xml"/>
  <Override PartName="/ppt/notesSlides/notesSlide25.xml" ContentType="application/vnd.openxmlformats-officedocument.presentationml.notesSlide+xml"/>
  <Override PartName="/ppt/slides/slide26.xml" ContentType="application/vnd.openxmlformats-officedocument.presentationml.slide+xml"/>
  <Override PartName="/ppt/slideLayouts/slideLayout27.xml" ContentType="application/vnd.openxmlformats-officedocument.presentationml.slideLayout+xml"/>
  <Override PartName="/ppt/notesSlides/notesSlide26.xml" ContentType="application/vnd.openxmlformats-officedocument.presentationml.notesSlide+xml"/>
  <Override PartName="/ppt/slides/slide27.xml" ContentType="application/vnd.openxmlformats-officedocument.presentationml.slide+xml"/>
  <Override PartName="/ppt/slideLayouts/slideLayout28.xml" ContentType="application/vnd.openxmlformats-officedocument.presentationml.slideLayout+xml"/>
  <Override PartName="/ppt/notesSlides/notesSlide27.xml" ContentType="application/vnd.openxmlformats-officedocument.presentationml.notesSlide+xml"/>
  <Override PartName="/ppt/slides/slide28.xml" ContentType="application/vnd.openxmlformats-officedocument.presentationml.slide+xml"/>
  <Override PartName="/ppt/slideLayouts/slideLayout29.xml" ContentType="application/vnd.openxmlformats-officedocument.presentationml.slideLayout+xml"/>
  <Override PartName="/ppt/notesSlides/notesSlide28.xml" ContentType="application/vnd.openxmlformats-officedocument.presentationml.notesSlide+xml"/>
  <Override PartName="/ppt/slides/slide29.xml" ContentType="application/vnd.openxmlformats-officedocument.presentationml.slide+xml"/>
  <Override PartName="/ppt/slideLayouts/slideLayout30.xml" ContentType="application/vnd.openxmlformats-officedocument.presentationml.slideLayout+xml"/>
  <Override PartName="/ppt/notesSlides/notesSlide29.xml" ContentType="application/vnd.openxmlformats-officedocument.presentationml.notesSlide+xml"/>
  <Override PartName="/ppt/slides/slide30.xml" ContentType="application/vnd.openxmlformats-officedocument.presentationml.slide+xml"/>
  <Override PartName="/ppt/slideLayouts/slideLayout31.xml" ContentType="application/vnd.openxmlformats-officedocument.presentationml.slideLayout+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3cd3425c044435" /><Relationship Type="http://schemas.openxmlformats.org/officeDocument/2006/relationships/extended-properties" Target="/docProps/app.xml" Id="Rb231bb3ce32940cd" /><Relationship Type="http://schemas.openxmlformats.org/officeDocument/2006/relationships/officeDocument" Target="/ppt/presentation.xml" Id="R8b35ca230c2b461e" /></Relationships>
</file>

<file path=ppt/presentation.xml><?xml version="1.0" encoding="utf-8"?>
<p:presentation xmlns:p="http://schemas.openxmlformats.org/presentationml/2006/main" saveSubsetFonts="1">
  <p:sldMasterIdLst>
    <p:sldMasterId xmlns:r="http://schemas.openxmlformats.org/officeDocument/2006/relationships" id="2147483650" r:id="Rc9b14fdce3dc4f96"/>
    <p:sldMasterId xmlns:r="http://schemas.openxmlformats.org/officeDocument/2006/relationships" id="2147483672" r:id="Rbd7caabe2be74fa5"/>
  </p:sldMasterIdLst>
  <p:notesMasterIdLst>
    <p:notesMasterId xmlns:r="http://schemas.openxmlformats.org/officeDocument/2006/relationships" r:id="R0b142fa864ee4fe1"/>
  </p:notesMasterIdLst>
  <p:sldIdLst>
    <p:sldId xmlns:r="http://schemas.openxmlformats.org/officeDocument/2006/relationships" id="256" r:id="Rde136d893f5e43fd"/>
    <p:sldId xmlns:r="http://schemas.openxmlformats.org/officeDocument/2006/relationships" id="257" r:id="R2c8fc1a2030c4206"/>
    <p:sldId xmlns:r="http://schemas.openxmlformats.org/officeDocument/2006/relationships" id="258" r:id="Re43962009a4d49ab"/>
    <p:sldId xmlns:r="http://schemas.openxmlformats.org/officeDocument/2006/relationships" id="259" r:id="Re4b04ed7885c4efd"/>
    <p:sldId xmlns:r="http://schemas.openxmlformats.org/officeDocument/2006/relationships" id="260" r:id="Re40e549c9702489a"/>
    <p:sldId xmlns:r="http://schemas.openxmlformats.org/officeDocument/2006/relationships" id="261" r:id="Rf104ad0304634865"/>
    <p:sldId xmlns:r="http://schemas.openxmlformats.org/officeDocument/2006/relationships" id="262" r:id="R40ff8c73b5d44d97"/>
    <p:sldId xmlns:r="http://schemas.openxmlformats.org/officeDocument/2006/relationships" id="263" r:id="R3f5379d2de594889"/>
    <p:sldId xmlns:r="http://schemas.openxmlformats.org/officeDocument/2006/relationships" id="264" r:id="Rc6cebb1627cb4ee6"/>
    <p:sldId xmlns:r="http://schemas.openxmlformats.org/officeDocument/2006/relationships" id="265" r:id="Rc19f2087eaf1424f"/>
    <p:sldId xmlns:r="http://schemas.openxmlformats.org/officeDocument/2006/relationships" id="266" r:id="R06075d6d71ef4ec2"/>
    <p:sldId xmlns:r="http://schemas.openxmlformats.org/officeDocument/2006/relationships" id="267" r:id="R0343183fc6b640db"/>
    <p:sldId xmlns:r="http://schemas.openxmlformats.org/officeDocument/2006/relationships" id="268" r:id="R6e059a235a144915"/>
    <p:sldId xmlns:r="http://schemas.openxmlformats.org/officeDocument/2006/relationships" id="269" r:id="R7a7d209f151c4db5"/>
    <p:sldId xmlns:r="http://schemas.openxmlformats.org/officeDocument/2006/relationships" id="270" r:id="R1fa2db223b674e38"/>
    <p:sldId xmlns:r="http://schemas.openxmlformats.org/officeDocument/2006/relationships" id="271" r:id="Reea8206503994a5c"/>
    <p:sldId xmlns:r="http://schemas.openxmlformats.org/officeDocument/2006/relationships" id="272" r:id="Rceda5f8e20b94675"/>
    <p:sldId xmlns:r="http://schemas.openxmlformats.org/officeDocument/2006/relationships" id="273" r:id="R4f1297adee5e4f45"/>
    <p:sldId xmlns:r="http://schemas.openxmlformats.org/officeDocument/2006/relationships" id="274" r:id="R1cb386bf68664912"/>
    <p:sldId xmlns:r="http://schemas.openxmlformats.org/officeDocument/2006/relationships" id="275" r:id="Rd1947ddef0044f86"/>
    <p:sldId xmlns:r="http://schemas.openxmlformats.org/officeDocument/2006/relationships" id="276" r:id="Rd459041f5b5b4ab7"/>
    <p:sldId xmlns:r="http://schemas.openxmlformats.org/officeDocument/2006/relationships" id="277" r:id="R4853b799acf947ce"/>
    <p:sldId xmlns:r="http://schemas.openxmlformats.org/officeDocument/2006/relationships" id="278" r:id="R0c10fe2bfc764381"/>
    <p:sldId xmlns:r="http://schemas.openxmlformats.org/officeDocument/2006/relationships" id="279" r:id="Rc5e31078ab9b4b9f"/>
    <p:sldId xmlns:ns0="http://schemas.openxmlformats.org/officeDocument/2006/relationships" id="280" ns0:id="rIdSpeakerTeam25"/>
    <p:sldId xmlns:ns1="http://schemas.openxmlformats.org/officeDocument/2006/relationships" id="281" ns1:id="rIdSpeakerTeam26"/>
    <p:sldId xmlns:ns2="http://schemas.openxmlformats.org/officeDocument/2006/relationships" id="282" ns2:id="rIdSpeakerTeam27"/>
    <p:sldId xmlns:ns3="http://schemas.openxmlformats.org/officeDocument/2006/relationships" id="283" ns3:id="rIdSpeakerTeam28"/>
    <p:sldId xmlns:ns4="http://schemas.openxmlformats.org/officeDocument/2006/relationships" id="284" ns4:id="rIdSpeakerTeam29"/>
    <p:sldId xmlns:ns5="http://schemas.openxmlformats.org/officeDocument/2006/relationships" id="285" ns5:id="rIdSpeakerTeam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f09f15da1eb4529"/><Relationship Type="http://schemas.openxmlformats.org/officeDocument/2006/relationships/slideMaster" Target="/ppt/slideMasters/slideMaster2.xml" Id="Rc9b14fdce3dc4f96"/><Relationship Type="http://schemas.openxmlformats.org/officeDocument/2006/relationships/slideMaster" Target="/ppt/slideMasters/slideMaster3.xml" Id="Rbd7caabe2be74fa5"/><Relationship Type="http://schemas.openxmlformats.org/officeDocument/2006/relationships/notesMaster" Target="/ppt/notesMasters/notesMaster1.xml" Id="R0b142fa864ee4fe1"/><Relationship Type="http://schemas.openxmlformats.org/officeDocument/2006/relationships/presProps" Target="/ppt/presProps.xml" Id="R344cdf5d1b0f45e9"/><Relationship Type="http://schemas.openxmlformats.org/officeDocument/2006/relationships/tableStyles" Target="/ppt/tableStyles.xml" Id="R67257813f58644b1"/><Relationship Type="http://schemas.openxmlformats.org/officeDocument/2006/relationships/slide" Target="/ppt/slides/slide1.xml" Id="Rde136d893f5e43fd"/><Relationship Type="http://schemas.openxmlformats.org/officeDocument/2006/relationships/slide" Target="/ppt/slides/slide2.xml" Id="R2c8fc1a2030c4206"/><Relationship Type="http://schemas.openxmlformats.org/officeDocument/2006/relationships/slide" Target="/ppt/slides/slide3.xml" Id="Re43962009a4d49ab"/><Relationship Type="http://schemas.openxmlformats.org/officeDocument/2006/relationships/slide" Target="/ppt/slides/slide4.xml" Id="Re4b04ed7885c4efd"/><Relationship Type="http://schemas.openxmlformats.org/officeDocument/2006/relationships/slide" Target="/ppt/slides/slide5.xml" Id="Re40e549c9702489a"/><Relationship Type="http://schemas.openxmlformats.org/officeDocument/2006/relationships/slide" Target="/ppt/slides/slide6.xml" Id="Rf104ad0304634865"/><Relationship Type="http://schemas.openxmlformats.org/officeDocument/2006/relationships/slide" Target="/ppt/slides/slide7.xml" Id="R40ff8c73b5d44d97"/><Relationship Type="http://schemas.openxmlformats.org/officeDocument/2006/relationships/slide" Target="/ppt/slides/slide8.xml" Id="R3f5379d2de594889"/><Relationship Type="http://schemas.openxmlformats.org/officeDocument/2006/relationships/slide" Target="/ppt/slides/slide9.xml" Id="Rc6cebb1627cb4ee6"/><Relationship Type="http://schemas.openxmlformats.org/officeDocument/2006/relationships/slide" Target="/ppt/slides/slide10.xml" Id="Rc19f2087eaf1424f"/><Relationship Type="http://schemas.openxmlformats.org/officeDocument/2006/relationships/slide" Target="/ppt/slides/slide11.xml" Id="R06075d6d71ef4ec2"/><Relationship Type="http://schemas.openxmlformats.org/officeDocument/2006/relationships/slide" Target="/ppt/slides/slide12.xml" Id="R0343183fc6b640db"/><Relationship Type="http://schemas.openxmlformats.org/officeDocument/2006/relationships/slide" Target="/ppt/slides/slide13.xml" Id="R6e059a235a144915"/><Relationship Type="http://schemas.openxmlformats.org/officeDocument/2006/relationships/slide" Target="/ppt/slides/slide14.xml" Id="R7a7d209f151c4db5"/><Relationship Type="http://schemas.openxmlformats.org/officeDocument/2006/relationships/slide" Target="/ppt/slides/slide15.xml" Id="R1fa2db223b674e38"/><Relationship Type="http://schemas.openxmlformats.org/officeDocument/2006/relationships/slide" Target="/ppt/slides/slide16.xml" Id="Reea8206503994a5c"/><Relationship Type="http://schemas.openxmlformats.org/officeDocument/2006/relationships/slide" Target="/ppt/slides/slide17.xml" Id="Rceda5f8e20b94675"/><Relationship Type="http://schemas.openxmlformats.org/officeDocument/2006/relationships/slide" Target="/ppt/slides/slide18.xml" Id="R4f1297adee5e4f45"/><Relationship Type="http://schemas.openxmlformats.org/officeDocument/2006/relationships/slide" Target="/ppt/slides/slide19.xml" Id="R1cb386bf68664912"/><Relationship Type="http://schemas.openxmlformats.org/officeDocument/2006/relationships/slide" Target="/ppt/slides/slide20.xml" Id="Rd1947ddef0044f86"/><Relationship Type="http://schemas.openxmlformats.org/officeDocument/2006/relationships/slide" Target="/ppt/slides/slide21.xml" Id="Rd459041f5b5b4ab7"/><Relationship Type="http://schemas.openxmlformats.org/officeDocument/2006/relationships/slide" Target="/ppt/slides/slide22.xml" Id="R4853b799acf947ce"/><Relationship Type="http://schemas.openxmlformats.org/officeDocument/2006/relationships/slide" Target="/ppt/slides/slide23.xml" Id="R0c10fe2bfc764381"/><Relationship Type="http://schemas.openxmlformats.org/officeDocument/2006/relationships/slide" Target="/ppt/slides/slide24.xml" Id="Rc5e31078ab9b4b9f"/><Relationship Id="rIdSpeakerTeam25" Type="http://schemas.openxmlformats.org/officeDocument/2006/relationships/slide" Target="slides/slide25.xml"/><Relationship Id="rIdSpeakerTeam26" Type="http://schemas.openxmlformats.org/officeDocument/2006/relationships/slide" Target="slides/slide26.xml"/><Relationship Id="rIdSpeakerTeam27" Type="http://schemas.openxmlformats.org/officeDocument/2006/relationships/slide" Target="slides/slide27.xml"/><Relationship Id="rIdSpeakerTeam28" Type="http://schemas.openxmlformats.org/officeDocument/2006/relationships/slide" Target="slides/slide28.xml"/><Relationship Id="rIdSpeakerTeam29" Type="http://schemas.openxmlformats.org/officeDocument/2006/relationships/slide" Target="slides/slide29.xml"/><Relationship Id="rIdSpeakerTeam30" Type="http://schemas.openxmlformats.org/officeDocument/2006/relationships/slide" Target="slides/slide30.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48a8e4df24c349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id-ID"/>
    </a:lvl1pPr>
  </p:notesStyle>
</p:notesMaster>
</file>

<file path=ppt/notesMasters/theme/theme5.xml><?xml version="1.0" encoding="utf-8"?>
<a:theme xmlns:a="http://schemas.openxmlformats.org/drawingml/2006/main" name="ChatGPT">
  <a:themeElements>
    <a:clrScheme name="JUP 2023 Enterprise">
      <a:dk1>
        <a:srgbClr val="011627"/>
      </a:dk1>
      <a:lt1>
        <a:srgbClr val="F0F1F1"/>
      </a:lt1>
      <a:dk2>
        <a:srgbClr val="004999"/>
      </a:dk2>
      <a:lt2>
        <a:srgbClr val="FFFFFF"/>
      </a:lt2>
      <a:accent1>
        <a:srgbClr val="00A550"/>
      </a:accent1>
      <a:accent2>
        <a:srgbClr val="004999"/>
      </a:accent2>
      <a:accent3>
        <a:srgbClr val="011627"/>
      </a:accent3>
      <a:accent4>
        <a:srgbClr val="35485C"/>
      </a:accent4>
      <a:accent5>
        <a:srgbClr val="8A5200"/>
      </a:accent5>
      <a:accent6>
        <a:srgbClr val="B3261E"/>
      </a:accent6>
      <a:hlink>
        <a:srgbClr val="004999"/>
      </a:hlink>
      <a:folHlink>
        <a:srgbClr val="006C34"/>
      </a:folHlink>
    </a:clrScheme>
    <a:fontScheme name="Office">
      <a:majorFont>
        <a:latin typeface="Calibri Light"/>
        <a:ea typeface="Calibri Light"/>
        <a:cs typeface="Calibri Light"/>
      </a:majorFont>
      <a:minorFont>
        <a:latin typeface="Calibri"/>
        <a:ea typeface="Calibri"/>
        <a:cs typeface="Calibri"/>
      </a:minorFont>
    </a:fontScheme>
    <a:fmtScheme name="JUP 2023 Enterpri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c989a6848d456c" /><Relationship Type="http://schemas.openxmlformats.org/officeDocument/2006/relationships/notesMaster" Target="/ppt/notesMasters/notesMaster1.xml" Id="Re649de34068b4e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3013817ac742b6" /><Relationship Type="http://schemas.openxmlformats.org/officeDocument/2006/relationships/notesMaster" Target="/ppt/notesMasters/notesMaster1.xml" Id="R27be4d5e50864d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db2ff1cd4549b3" /><Relationship Type="http://schemas.openxmlformats.org/officeDocument/2006/relationships/notesMaster" Target="/ppt/notesMasters/notesMaster1.xml" Id="Rf4c4f77b813b4f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2fb321a88449a2" /><Relationship Type="http://schemas.openxmlformats.org/officeDocument/2006/relationships/notesMaster" Target="/ppt/notesMasters/notesMaster1.xml" Id="R002b61cd67904a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9087fb0ca44ae5" /><Relationship Type="http://schemas.openxmlformats.org/officeDocument/2006/relationships/notesMaster" Target="/ppt/notesMasters/notesMaster1.xml" Id="R12b8ab3312d346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f627a0a1f24c4d" /><Relationship Type="http://schemas.openxmlformats.org/officeDocument/2006/relationships/notesMaster" Target="/ppt/notesMasters/notesMaster1.xml" Id="R0f8769e6b67448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8bc888391942cc" /><Relationship Type="http://schemas.openxmlformats.org/officeDocument/2006/relationships/notesMaster" Target="/ppt/notesMasters/notesMaster1.xml" Id="Re45236d8f6664b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a1b6d9abb04cfe" /><Relationship Type="http://schemas.openxmlformats.org/officeDocument/2006/relationships/notesMaster" Target="/ppt/notesMasters/notesMaster1.xml" Id="Re4773a36746c4d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83abca12f44e1c" /><Relationship Type="http://schemas.openxmlformats.org/officeDocument/2006/relationships/notesMaster" Target="/ppt/notesMasters/notesMaster1.xml" Id="R410149e48bbb42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04f2314b5c445f" /><Relationship Type="http://schemas.openxmlformats.org/officeDocument/2006/relationships/notesMaster" Target="/ppt/notesMasters/notesMaster1.xml" Id="R4d12fb7c85da45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a95d1e52a54de0" /><Relationship Type="http://schemas.openxmlformats.org/officeDocument/2006/relationships/notesMaster" Target="/ppt/notesMasters/notesMaster1.xml" Id="R865cfb37949e4f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78e5cc81a2400a" /><Relationship Type="http://schemas.openxmlformats.org/officeDocument/2006/relationships/notesMaster" Target="/ppt/notesMasters/notesMaster1.xml" Id="R2c292a2ab7e34b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d28de021c04449" /><Relationship Type="http://schemas.openxmlformats.org/officeDocument/2006/relationships/notesMaster" Target="/ppt/notesMasters/notesMaster1.xml" Id="R3ff936ccb34d49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79e5730ae054848" /><Relationship Type="http://schemas.openxmlformats.org/officeDocument/2006/relationships/notesMaster" Target="/ppt/notesMasters/notesMaster1.xml" Id="Ra10904ac433c46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38d7f882c74ba8" /><Relationship Type="http://schemas.openxmlformats.org/officeDocument/2006/relationships/notesMaster" Target="/ppt/notesMasters/notesMaster1.xml" Id="Re22d0ace23ca44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50aa2e602c4411" /><Relationship Type="http://schemas.openxmlformats.org/officeDocument/2006/relationships/notesMaster" Target="/ppt/notesMasters/notesMaster1.xml" Id="R9c20694fda98482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344346637a40dc" /><Relationship Type="http://schemas.openxmlformats.org/officeDocument/2006/relationships/notesMaster" Target="/ppt/notesMasters/notesMaster1.xml" Id="R4e356706adce439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c777e5509614926" /><Relationship Type="http://schemas.openxmlformats.org/officeDocument/2006/relationships/notesMaster" Target="/ppt/notesMasters/notesMaster1.xml" Id="R0860f77824a546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66cbe05c10644d7" /><Relationship Type="http://schemas.openxmlformats.org/officeDocument/2006/relationships/notesMaster" Target="/ppt/notesMasters/notesMaster1.xml" Id="Rb64ab629455b48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45cecfaf49743ec" /><Relationship Type="http://schemas.openxmlformats.org/officeDocument/2006/relationships/notesMaster" Target="/ppt/notesMasters/notesMaster1.xml" Id="R18730d3f00cd44c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5d709ce6d4b45fa" /><Relationship Type="http://schemas.openxmlformats.org/officeDocument/2006/relationships/notesMaster" Target="/ppt/notesMasters/notesMaster1.xml" Id="R4d70bc2a6acd4c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6241360259d44d2" /><Relationship Type="http://schemas.openxmlformats.org/officeDocument/2006/relationships/notesMaster" Target="/ppt/notesMasters/notesMaster1.xml" Id="Rc92aa92a921e46a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adafc04cdfa4f70" /><Relationship Type="http://schemas.openxmlformats.org/officeDocument/2006/relationships/notesMaster" Target="/ppt/notesMasters/notesMaster1.xml" Id="Rfd235113a30b458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5dc36c250654619" /><Relationship Type="http://schemas.openxmlformats.org/officeDocument/2006/relationships/notesMaster" Target="/ppt/notesMasters/notesMaster1.xml" Id="R1ab51042a39c46d7" /></Relationships>
</file>

<file path=ppt/notesSlides/_rels/notesSlide25.xml.rels><?xml version='1.0' encoding='UTF-8' standalone='yes'?>
<Relationships xmlns="http://schemas.openxmlformats.org/package/2006/relationships"><Relationship Type="http://schemas.openxmlformats.org/officeDocument/2006/relationships/slide" Target="../slides/slide25.xml" Id="R8a3013817ac742b6"/><Relationship Type="http://schemas.openxmlformats.org/officeDocument/2006/relationships/notesMaster" Target="/ppt/notesMasters/notesMaster1.xml" Id="R27be4d5e50864df3"/></Relationships>
</file>

<file path=ppt/notesSlides/_rels/notesSlide26.xml.rels><?xml version='1.0' encoding='UTF-8' standalone='yes'?>
<Relationships xmlns="http://schemas.openxmlformats.org/package/2006/relationships"><Relationship Type="http://schemas.openxmlformats.org/officeDocument/2006/relationships/slide" Target="../slides/slide26.xml" Id="R95d28de021c04449"/><Relationship Type="http://schemas.openxmlformats.org/officeDocument/2006/relationships/notesMaster" Target="/ppt/notesMasters/notesMaster1.xml" Id="R3ff936ccb34d497a"/></Relationships>
</file>

<file path=ppt/notesSlides/_rels/notesSlide27.xml.rels><?xml version='1.0' encoding='UTF-8' standalone='yes'?>
<Relationships xmlns="http://schemas.openxmlformats.org/package/2006/relationships"><Relationship Type="http://schemas.openxmlformats.org/officeDocument/2006/relationships/slide" Target="../slides/slide27.xml" Id="R95d28de021c04449"/><Relationship Type="http://schemas.openxmlformats.org/officeDocument/2006/relationships/notesMaster" Target="/ppt/notesMasters/notesMaster1.xml" Id="R3ff936ccb34d497a"/></Relationships>
</file>

<file path=ppt/notesSlides/_rels/notesSlide28.xml.rels><?xml version='1.0' encoding='UTF-8' standalone='yes'?>
<Relationships xmlns="http://schemas.openxmlformats.org/package/2006/relationships"><Relationship Type="http://schemas.openxmlformats.org/officeDocument/2006/relationships/slide" Target="../slides/slide28.xml" Id="R95d28de021c04449"/><Relationship Type="http://schemas.openxmlformats.org/officeDocument/2006/relationships/notesMaster" Target="/ppt/notesMasters/notesMaster1.xml" Id="R3ff936ccb34d497a"/></Relationships>
</file>

<file path=ppt/notesSlides/_rels/notesSlide29.xml.rels><?xml version='1.0' encoding='UTF-8' standalone='yes'?>
<Relationships xmlns="http://schemas.openxmlformats.org/package/2006/relationships"><Relationship Type="http://schemas.openxmlformats.org/officeDocument/2006/relationships/slide" Target="../slides/slide29.xml" Id="R95d28de021c04449"/><Relationship Type="http://schemas.openxmlformats.org/officeDocument/2006/relationships/notesMaster" Target="/ppt/notesMasters/notesMaster1.xml" Id="R3ff936ccb34d497a"/></Relationships>
</file>

<file path=ppt/notesSlides/_rels/notesSlide30.xml.rels><?xml version='1.0' encoding='UTF-8' standalone='yes'?>
<Relationships xmlns="http://schemas.openxmlformats.org/package/2006/relationships"><Relationship Type="http://schemas.openxmlformats.org/officeDocument/2006/relationships/slide" Target="../slides/slide30.xml" Id="R95d28de021c04449"/><Relationship Type="http://schemas.openxmlformats.org/officeDocument/2006/relationships/notesMaster" Target="/ppt/notesMasters/notesMaster1.xml" Id="R3ff936ccb34d497a"/></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Sampul institusional</a:t>
            </a:r>
          </a:p>
          <a:p xmlns:a="http://schemas.openxmlformats.org/drawingml/2006/main">
            <a:r>
              <a:t>Sampul untuk rapat institusional. Lambang Jakarta dan panel tema mengikuti susunan template awal. Isi judul, jenis rapat, unit kerja, dan tanggal presentasi. Pertahankan ruang kosong dan logo asli. Judul maksimal dua baris.</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Sampul korporat</a:t>
            </a:r>
          </a:p>
          <a:p xmlns:a="http://schemas.openxmlformats.org/drawingml/2006/main">
            <a:r>
              <a:t>Sampul korporat untuk rapat pimpinan, laporan, dan proposal. Gunakan logo baru tanpa perubahan warna dan proporsi pada bidang putih agar tetap terbaca di latar gelap.</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Agenda</a:t>
            </a:r>
          </a:p>
          <a:p xmlns:a="http://schemas.openxmlformats.org/drawingml/2006/main">
            <a:r>
              <a:t>Gunakan tiga sampai lima topik yang membantu audiens mengikuti pembahasan. Nomor agenda adalah urutan, bukan data kinerja.</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Ringkasan eksekutif</a:t>
            </a:r>
          </a:p>
          <a:p xmlns:a="http://schemas.openxmlformats.org/drawingml/2006/main">
            <a:r>
              <a:t>Sampaikan kondisi terkini, dampak bisnis, dan prioritas tindakan. Batasi ringkasan pada tiga pesan utama; sertakan bukti dan periode yang relevan.</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Pembatas bagian</a:t>
            </a:r>
          </a:p>
          <a:p xmlns:a="http://schemas.openxmlformats.org/drawingml/2006/main">
            <a:r>
              <a:t>Gunakan sebagai pembatas antarbab. Satu judul singkat dan satu kalimat konteks sudah cukup.</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Judul dan uraian</a:t>
            </a:r>
          </a:p>
          <a:p xmlns:a="http://schemas.openxmlformats.org/drawingml/2006/main">
            <a:r>
              <a:t>Gunakan untuk konteks, temuan, atau penjelasan. Pertahankan satu pokok bahasan. Detail panjang ditempatkan di lampiran.</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Dua kolom</a:t>
            </a:r>
          </a:p>
          <a:p xmlns:a="http://schemas.openxmlformats.org/drawingml/2006/main">
            <a:r>
              <a:t>Gunakan susunan yang sama pada kedua kolom. Bandingkan aspek yang sama dan pertahankan tingkat detail yang setara.</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Empat KPI</a:t>
            </a:r>
          </a:p>
          <a:p xmlns:a="http://schemas.openxmlformats.org/drawingml/2006/main">
            <a:r>
              <a:t>Untuk setiap KPI, isi nama, nilai, satuan, periode, sumber, dan pembanding. Jangan menggunakan warna sebagai satu-satunya penanda status.</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Grafik perbandingan</a:t>
            </a:r>
          </a:p>
          <a:p xmlns:a="http://schemas.openxmlformats.org/drawingml/2006/main">
            <a:r>
              <a:t>Grafik kolom dapat diedit langsung di PowerPoint. Pilih Edit Data untuk mengubah nilai pada lembar kerja yang disertakan. Data contoh: realisasi 80, 92, 105, 112 dan target 90, 100, 110, 120 pada Triwulan I–IV 20XX. Bukan kinerja JUP. Sumbu nilai mulai nol.</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Grafik tren</a:t>
            </a:r>
          </a:p>
          <a:p xmlns:a="http://schemas.openxmlformats.org/drawingml/2006/main">
            <a:r>
              <a:t>Grafik garis dapat diedit langsung di PowerPoint. Data contoh Jan–Jun 20XX: 80, 84, 82, 91, 96, 100. Garis lurus dan penanda titik memudahkan pembacaan data. Cantumkan periode, satuan, sumber, dan definisi indikator.</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Tabel keuangan</a:t>
            </a:r>
          </a:p>
          <a:p xmlns:a="http://schemas.openxmlformats.org/drawingml/2006/main">
            <a:r>
              <a:t>Tabel dapat diedit langsung di PowerPoint. Jelaskan apakah angka berasal dari laporan yang sudah atau belum diaudit, anggaran, atau estimasi. Tuliskan rumus selisih dan arti nilai positif atau negatif. Pastikan seluruh angka dan total konsisten sebelum materi dibagikan.</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Portofolio sektor</a:t>
            </a:r>
          </a:p>
          <a:p xmlns:a="http://schemas.openxmlformats.org/drawingml/2006/main">
            <a:r>
              <a:t>Lima ikon sektor berasal dari pedoman identitas JUP yang disertakan. Ikon menggambarkan sektor dalam identitas perusahaan, bukan konfirmasi kegiatan atau aset yang saat ini aktif. Isi portofolio dan status pengelolaan berdasarkan data internal yang terverifikasi.</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Profil proyek dan foto</a:t>
            </a:r>
          </a:p>
          <a:p xmlns:a="http://schemas.openxmlformats.org/drawingml/2006/main">
            <a:r>
              <a:t>Isi bidang foto dengan dokumentasi proyek atau aset yang telah disetujui. Cantumkan lokasi, tanggal foto, dan sumber. Jangan menggunakan ilustrasi sebagai bukti kondisi aset.</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Jadwal pelaksanaan</a:t>
            </a:r>
          </a:p>
          <a:p xmlns:a="http://schemas.openxmlformats.org/drawingml/2006/main">
            <a:r>
              <a:t>Tabel jadwal dapat diedit langsung di PowerPoint. Tuliskan status setiap tahap agar jadwal mudah dipahami tanpa bergantung pada warna. Ganti periode dan durasi dengan rencana yang telah disepakati.</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Tahapan proses</a:t>
            </a:r>
          </a:p>
          <a:p xmlns:a="http://schemas.openxmlformats.org/drawingml/2006/main">
            <a:r>
              <a:t>Diagram proses empat tahap. Gunakan nama tahap yang singkat dan jelaskan hasil yang harus dicapai. Semua teks dan garis merupakan objek yang dapat diedit.</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Risiko prioritas</a:t>
            </a:r>
          </a:p>
          <a:p xmlns:a="http://schemas.openxmlformats.org/drawingml/2006/main">
            <a:r>
              <a:t>Tabel risiko dapat diedit langsung di PowerPoint. Gunakan tingkat risiko sesuai kebijakan JUP dan tuliskan kategorinya dengan jelas. Isian pada template bukan hasil penilaian risiko JUP.</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Perbandingan opsi</a:t>
            </a:r>
          </a:p>
          <a:p xmlns:a="http://schemas.openxmlformats.org/drawingml/2006/main">
            <a:r>
              <a:t>Bandingkan opsi menggunakan kriteria yang sama. Nyatakan asumsi, kelebihan, keterbatasan, dan dasar rekomendasi. Jika menggunakan skor, jelaskan metode penilaiannya.</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Usulan keputusan</a:t>
            </a:r>
          </a:p>
          <a:p xmlns:a="http://schemas.openxmlformats.org/drawingml/2006/main">
            <a:r>
              <a:t>Satu keputusan utama per slide. Nyatakan cakupan persetujuan, alasan, syarat, penanggung jawab tindak lanjut, dan tenggat. Materi ini tidak menyatakan bahwa persetujuan telah diberikan.</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Tindak lanjut</a:t>
            </a:r>
          </a:p>
          <a:p xmlns:a="http://schemas.openxmlformats.org/drawingml/2006/main">
            <a:r>
              <a:t>Catat tindakan yang jelas, satu penanggung jawab (PIC), tenggat, dan bukti penyelesaian. Isi tanggal yang telah disepakati sebelum materi dibagikan.</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Penutup</a:t>
            </a:r>
          </a:p>
          <a:p xmlns:a="http://schemas.openxmlformats.org/drawingml/2006/main">
            <a:r>
              <a:t>Gunakan kontak resmi yang telah dikonfirmasi. Hindari menyalin alamat atau nomor telepon lama tanpa pemeriksaan.</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Panduan identitas</a:t>
            </a:r>
          </a:p>
          <a:p xmlns:a="http://schemas.openxmlformats.org/drawingml/2006/main">
            <a:r>
              <a:t>Warna identitas mengacu pada jup-design.skill. Pertahankan logo asli. Space Mono digunakan untuk angka sesuai sistem digital yang disertakan; jenis huruf ini bukan huruf utama dalam manual 2023. Panduan ini menjelaskan penerapan identitas pada template dan tidak mengubah Graphic Standard Manual.</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Panduan tipografi</a:t>
            </a:r>
          </a:p>
          <a:p xmlns:a="http://schemas.openxmlformats.org/drawingml/2006/main">
            <a:r>
              <a:t>Ukuran pada panduan menunjukkan spesifikasi desain template. 96 px = 72 pt. Judul sampul 48 pt, judul slide 33 pt, isi 18–21 pt. Catatan sumber 12 pt. Gunakan angka dan satuan sesuai kaidah Indonesia.</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Panduan data</a:t>
            </a:r>
          </a:p>
          <a:p xmlns:a="http://schemas.openxmlformats.org/drawingml/2006/main">
            <a:r>
              <a:t>Prinsip aksesibilitas: Microsoft Support, Make your PowerPoint presentations accessible to people with disabilities, https://support.microsoft.com/en-au/accessibility/powerpoint/make-your-powerpoint-presentations-accessible-to-people-with-disabilities . Hierarki dan grid: IBM Design Language, https://www.ibm.com/design/language/layout/tips-and-techniques/ . Diakses 15 September 2026. Prinsip diterapkan sebagai praktik desain umum, bukan sertifikasi.</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Panduan penggunaan</a:t>
            </a:r>
          </a:p>
          <a:p xmlns:a="http://schemas.openxmlformats.org/drawingml/2006/main">
            <a:r>
              <a:t>Buka berkas POTX untuk membuat presentasi baru. Berkas PPTX berisi contoh penerapan. Untuk grafik dan tabel, duplikasi slide contoh; pilih Edit Data pada grafik atau ubah isi sel tabel. Pilih Home &gt; New Slide untuk menambahkan slide sesuai tata letak. Pilih Home &gt; Reset untuk mengembalikan posisi bidang isian. Pasang jenis huruf yang disertakan agar tampilan konsisten. Nama menu mengikuti PowerPoint berbahasa Inggris. Panduan lengkap dan kaidah penulisan tersedia di Panduan-Template-JUP.html.</a:t>
            </a:r>
          </a:p>
          <a:p xmlns:a="http://schemas.openxmlformats.org/drawingml/2006/main">
            <a:r>
              <a:t>Logo: JUP-2-Logo.png yang diberikan pengguna pada 17 September 2026. Acuan identitas: jup-design.skill, readme.md dan DESIGN.md, berdasarkan Graphic Standard Manual JUP 2023. Referensi awal: TEMPLATE PPT_JUP6 (1).pptx. Ganti teks dalam kurung siku dengan informasi yang sesuai. Data contoh pada template hanya untuk ilustrasi, bukan data kinerja JUP. Gunakan bahasa Indonesia yang ringkas dan profesional. Tulis tindakan, penanggung jawab, dan tenggat secara jelas. Aset lambang Jakarta dan motif garis berasal dari template asli. Tema dapat diganti sesuai acara. Situs web diperiksa 15 September 2026: https://jakarta-utilitas.com/ mengarah ke https://www.jup.co.id/. Instagram @jakartautilitas dirujuk oleh https://www.linkedin.com/company/pt-jakarta-utilitas-propertindo/.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Sampul dengan pembicara</ns0:t>
            </ns0:r>
          </ns0:p>
          <ns1:p xmlns:ns1="http://schemas.openxmlformats.org/drawingml/2006/main">
            <ns1:r>
              <ns1:t>Sampul dengan identitas satu pembicara. Ganti judul, nama, jabatan, instansi, acara, dan tanggal. Jika ada dua pembicara, gunakan tata letak 27 setelah sampul. Pertahankan logo, motif, dan kontak resmi.</ns1:t>
            </ns1:r>
          </ns1:p>
          <ns2:p xmlns:ns2="http://schemas.openxmlformats.org/drawingml/2006/main">
            <ns2:r>
              <ns2:t>Pilihan tambahan pada template JUP v1.4. Seluruh nama, jabatan, instansi, dan kontribusi merupakan isian. Pertahankan Space Grotesk dan identitas visual JUP dari template acuan.</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Profil satu pembicara</ns0:t>
            </ns0:r>
          </ns0:p>
          <ns1:p xmlns:ns1="http://schemas.openxmlformats.org/drawingml/2006/main">
            <ns1:r>
              <ns1:t>Profil pembicara dengan satu placeholder foto portrait. Masukkan foto resmi melalui placeholder foto, lalu sesuaikan crop tanpa mengubah proporsi wajah. Isi nama, jabatan, unit atau instansi, materi, dan pengalaman yang relevan. Jangan mengarang biografi. Tempatkan setelah sampul atau sebelum sesi pembicara.</ns1:t>
            </ns1:r>
          </ns1:p>
          <ns2:p xmlns:ns2="http://schemas.openxmlformats.org/drawingml/2006/main">
            <ns2:r>
              <ns2:t>Pilihan tambahan pada template JUP v1.4. Seluruh nama, jabatan, instansi, dan kontribusi merupakan isian. Pertahankan Space Grotesk dan identitas visual JUP dari template acuan.</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Dua pembicara tanpa foto</ns0:t>
            </ns0:r>
          </ns0:p>
          <ns1:p xmlns:ns1="http://schemas.openxmlformats.org/drawingml/2006/main">
            <ns1:r>
              <ns1:t>Dua pembicara dengan porsi setara, tanpa foto. Isi nama, jabatan, instansi, dan topik masing-masing. Posisi kiri dan kanan menunjukkan urutan penyampaian, bukan hierarki jabatan. Letakkan setelah sampul atau sebelum agenda.</ns1:t>
            </ns1:r>
          </ns1:p>
          <ns2:p xmlns:ns2="http://schemas.openxmlformats.org/drawingml/2006/main">
            <ns2:r>
              <ns2:t>Pilihan tambahan pada template JUP v1.4. Seluruh nama, jabatan, instansi, dan kontribusi merupakan isian. Pertahankan Space Grotesk dan identitas visual JUP dari template acuan.</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Panel tiga pembicara</ns0:t>
            </ns0:r>
          </ns0:p>
          <ns1:p xmlns:ns1="http://schemas.openxmlformats.org/drawingml/2006/main">
            <ns1:r>
              <ns1:t>Tiga pembicara dan satu moderator. Isi foto, nama, jabatan atau instansi, serta topik setiap pembicara. Bidang foto 136 x 152 px dapat diisi melalui placeholder PowerPoint. Moderator memiliki baris tersendiri. Untuk lebih dari tiga pembicara, duplikasi slide ini agar nama tetap terbaca.</ns1:t>
            </ns1:r>
          </ns1:p>
          <ns2:p xmlns:ns2="http://schemas.openxmlformats.org/drawingml/2006/main">
            <ns2:r>
              <ns2:t>Pilihan tambahan pada template JUP v1.4. Seluruh nama, jabatan, instansi, dan kontribusi merupakan isian. Pertahankan Space Grotesk dan identitas visual JUP dari template acuan.</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Tim penyusun enam anggota</ns0:t>
            </ns0:r>
          </ns0:p>
          <ns1:p xmlns:ns1="http://schemas.openxmlformats.org/drawingml/2006/main">
            <ns1:r>
              <ns1:t>Tim penyusun dengan enam anggota dan pembagian tanggung jawab. Isi nama, jabatan atau unit, serta kontribusi setiap anggota. Ubah jumlah anggota sesuai tim yang sebenarnya, tanpa mengisi nama fiktif. Gunakan setelah sampul atau pada bagian akhir presentasi.</ns1:t>
            </ns1:r>
          </ns1:p>
          <ns2:p xmlns:ns2="http://schemas.openxmlformats.org/drawingml/2006/main">
            <ns2:r>
              <ns2:t>Pilihan tambahan pada template JUP v1.4. Seluruh nama, jabatan, instansi, dan kontribusi merupakan isian. Pertahankan Space Grotesk dan identitas visual JUP dari template acuan.</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Penyaji dan kontribusi tim</ns0:t>
            </ns0:r>
          </ns0:p>
          <ns1:p xmlns:ns1="http://schemas.openxmlformats.org/drawingml/2006/main">
            <ns1:r>
              <ns1:t>Identitas penyaji dan kontribusi tim. Gunakan untuk memberi atribusi pada tim yang menyiapkan materi tanpa foto. Isi setiap peran berdasarkan penugasan sebenarnya. Baris penelaah bersifat opsional dan tidak menyatakan persetujuan formal. Jika peran tidak ada, hapus baris tersebut. Nama, unit, peran, dan kontak semuanya dapat diedit.</ns1:t>
            </ns1:r>
          </ns1:p>
          <ns2:p xmlns:ns2="http://schemas.openxmlformats.org/drawingml/2006/main">
            <ns2:r>
              <ns2:t>Pilihan tambahan pada template JUP v1.4. Seluruh nama, jabatan, instansi, dan kontribusi merupakan isian. Pertahankan Space Grotesk dan identitas visual JUP dari template acuan.</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2.xml" Id="Rdfbc24cd33ef4ca0"/><Relationship Type="http://schemas.openxmlformats.org/officeDocument/2006/relationships/image" Target="/ppt/media/image.png" Id="Rdf5fd78d6c6b4333"/><Relationship Type="http://schemas.openxmlformats.org/officeDocument/2006/relationships/image" Target="/ppt/media/image2.png" Id="R5ab64fb3b5234dad"/><Relationship Type="http://schemas.openxmlformats.org/officeDocument/2006/relationships/image" Target="/ppt/media/image3.png" Id="R76b9f7f6969d4c3a"/><Relationship Type="http://schemas.openxmlformats.org/officeDocument/2006/relationships/image" Target="/ppt/media/image4.png" Id="Rb95962a670cb4632"/><Relationship Type="http://schemas.openxmlformats.org/officeDocument/2006/relationships/image" Target="/ppt/media/image5.png" Id="Rbe4fdb673dde4b8f"/><Relationship Type="http://schemas.openxmlformats.org/officeDocument/2006/relationships/image" Target="/ppt/media/image6.png" Id="R58c4e7f4f1b54229"/><Relationship Id="rIdJupContact1" Type="http://schemas.openxmlformats.org/officeDocument/2006/relationships/hyperlink" Target="https://www.instagram.com/jakartautilitas/" TargetMode="External"/><Relationship Id="rIdJupContact2" Type="http://schemas.openxmlformats.org/officeDocument/2006/relationships/hyperlink" Target="https://www.jup.co.id/" TargetMode="External"/></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3.xml" Id="R14506b0eb11749c7"/><Relationship Type="http://schemas.openxmlformats.org/officeDocument/2006/relationships/image" Target="/ppt/media/image7.png" Id="R26bee2ffc3c34d03"/><Relationship Type="http://schemas.openxmlformats.org/officeDocument/2006/relationships/image" Target="/ppt/media/image8.png" Id="R15cc5bf86050475b"/><Relationship Type="http://schemas.openxmlformats.org/officeDocument/2006/relationships/image" Target="/ppt/media/image9.png" Id="R91c59edf9e8e45d0"/><Relationship Type="http://schemas.openxmlformats.org/officeDocument/2006/relationships/image" Target="/ppt/media/image10.png" Id="R8f26842ec62d4bba"/><Relationship Type="http://schemas.openxmlformats.org/officeDocument/2006/relationships/image" Target="/ppt/media/image11.png" Id="Re33014cceebc4cf6"/><Relationship Id="rIdJupContact1" Type="http://schemas.openxmlformats.org/officeDocument/2006/relationships/hyperlink" Target="https://www.instagram.com/jakartautilitas/" TargetMode="External"/><Relationship Id="rIdJupContact2" Type="http://schemas.openxmlformats.org/officeDocument/2006/relationships/hyperlink" Target="https://www.jup.co.id/" TargetMode="External"/><Relationship Id="rIdJupDarkLogo" Type="http://schemas.openxmlformats.org/officeDocument/2006/relationships/image" Target="../media/jup-dark-slideLayout3.png"/></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2.xml" Id="Ra74ff7ce5d754587"/><Relationship Type="http://schemas.openxmlformats.org/officeDocument/2006/relationships/image" Target="/ppt/media/image12.png" Id="R57ebf0f6203340e3"/><Relationship Type="http://schemas.openxmlformats.org/officeDocument/2006/relationships/image" Target="/ppt/media/image13.png" Id="R51ca383886d44f04"/><Relationship Id="rIdJupContact1" Type="http://schemas.openxmlformats.org/officeDocument/2006/relationships/hyperlink" Target="https://www.jup.co.id/" TargetMode="External"/></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2.xml" Id="Rc37b242459db42fb"/><Relationship Type="http://schemas.openxmlformats.org/officeDocument/2006/relationships/image" Target="/ppt/media/image14.png" Id="R18f9a8e501dc46e4"/><Relationship Type="http://schemas.openxmlformats.org/officeDocument/2006/relationships/image" Target="/ppt/media/image15.png" Id="R77720e1e5cfa4e75"/><Relationship Id="rIdJupContact1" Type="http://schemas.openxmlformats.org/officeDocument/2006/relationships/hyperlink" Target="https://www.jup.co.id/" TargetMode="External"/></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3.xml" Id="R592b61d38aa14fde"/><Relationship Type="http://schemas.openxmlformats.org/officeDocument/2006/relationships/image" Target="/ppt/media/image16.png" Id="Ra0c79194436b4221"/><Relationship Type="http://schemas.openxmlformats.org/officeDocument/2006/relationships/image" Target="/ppt/media/image17.png" Id="R042a37c2a8284717"/><Relationship Type="http://schemas.openxmlformats.org/officeDocument/2006/relationships/image" Target="/ppt/media/image18.png" Id="R10be7c8ef2554b00"/><Relationship Id="rIdJupDarkLogo" Type="http://schemas.openxmlformats.org/officeDocument/2006/relationships/image" Target="../media/jup-dark-slideLayout6.png"/></Relationships>
</file>

<file path=ppt/slideLayouts/_rels/slideLayout7.xml.rels><?xml version='1.0' encoding='UTF-8' standalone='yes'?>
<Relationships xmlns="http://schemas.openxmlformats.org/package/2006/relationships"><Relationship Type="http://schemas.openxmlformats.org/officeDocument/2006/relationships/slideMaster" Target="/ppt/slideMasters/slideMaster2.xml" Id="R5e33cb0f97a6416d"/><Relationship Type="http://schemas.openxmlformats.org/officeDocument/2006/relationships/image" Target="/ppt/media/image19.png" Id="R9079da9c87db4fd4"/><Relationship Type="http://schemas.openxmlformats.org/officeDocument/2006/relationships/image" Target="/ppt/media/image20.png" Id="Re807f79faafb4d38"/><Relationship Id="rIdJupContact1" Type="http://schemas.openxmlformats.org/officeDocument/2006/relationships/hyperlink" Target="https://www.jup.co.id/" TargetMode="External"/></Relationships>
</file>

<file path=ppt/slideLayouts/_rels/slideLayout8.xml.rels><?xml version='1.0' encoding='UTF-8' standalone='yes'?>
<Relationships xmlns="http://schemas.openxmlformats.org/package/2006/relationships"><Relationship Type="http://schemas.openxmlformats.org/officeDocument/2006/relationships/slideMaster" Target="/ppt/slideMasters/slideMaster2.xml" Id="R6c26553dd542461e"/><Relationship Type="http://schemas.openxmlformats.org/officeDocument/2006/relationships/image" Target="/ppt/media/image21.png" Id="Rfe8a0c9335a44064"/><Relationship Type="http://schemas.openxmlformats.org/officeDocument/2006/relationships/image" Target="/ppt/media/image22.png" Id="R3c693df7d1404dd2"/><Relationship Id="rIdJupContact1" Type="http://schemas.openxmlformats.org/officeDocument/2006/relationships/hyperlink" Target="https://www.jup.co.id/" TargetMode="External"/></Relationships>
</file>

<file path=ppt/slideLayouts/_rels/slideLayout9.xml.rels><?xml version='1.0' encoding='UTF-8' standalone='yes'?>
<Relationships xmlns="http://schemas.openxmlformats.org/package/2006/relationships"><Relationship Type="http://schemas.openxmlformats.org/officeDocument/2006/relationships/slideMaster" Target="/ppt/slideMasters/slideMaster2.xml" Id="Rc84e4c0e65f94600"/><Relationship Type="http://schemas.openxmlformats.org/officeDocument/2006/relationships/image" Target="/ppt/media/image23.png" Id="R9c777fec77544312"/><Relationship Type="http://schemas.openxmlformats.org/officeDocument/2006/relationships/image" Target="/ppt/media/image24.png" Id="R71308b23cbf74e12"/><Relationship Id="rIdJupContact1" Type="http://schemas.openxmlformats.org/officeDocument/2006/relationships/hyperlink" Target="https://www.jup.co.id/" TargetMode="External"/></Relationships>
</file>

<file path=ppt/slideLayouts/_rels/slideLayout10.xml.rels><?xml version='1.0' encoding='UTF-8' standalone='yes'?>
<Relationships xmlns="http://schemas.openxmlformats.org/package/2006/relationships"><Relationship Type="http://schemas.openxmlformats.org/officeDocument/2006/relationships/slideMaster" Target="/ppt/slideMasters/slideMaster2.xml" Id="R309c88d6b69d42eb"/><Relationship Type="http://schemas.openxmlformats.org/officeDocument/2006/relationships/image" Target="/ppt/media/image25.png" Id="R02052700cb194f51"/><Relationship Type="http://schemas.openxmlformats.org/officeDocument/2006/relationships/image" Target="/ppt/media/image26.png" Id="Raeae47c820e6418b"/><Relationship Id="rIdJupContact1" Type="http://schemas.openxmlformats.org/officeDocument/2006/relationships/hyperlink" Target="https://www.jup.co.id/" TargetMode="External"/></Relationships>
</file>

<file path=ppt/slideLayouts/_rels/slideLayout11.xml.rels><?xml version='1.0' encoding='UTF-8' standalone='yes'?>
<Relationships xmlns="http://schemas.openxmlformats.org/package/2006/relationships"><Relationship Type="http://schemas.openxmlformats.org/officeDocument/2006/relationships/slideMaster" Target="/ppt/slideMasters/slideMaster2.xml" Id="R84cd102b5bf44c5d"/><Relationship Type="http://schemas.openxmlformats.org/officeDocument/2006/relationships/image" Target="/ppt/media/image27.png" Id="R415abc113201494d"/><Relationship Type="http://schemas.openxmlformats.org/officeDocument/2006/relationships/image" Target="/ppt/media/image28.png" Id="R537545e36e5f4168"/><Relationship Id="rIdJupContact1" Type="http://schemas.openxmlformats.org/officeDocument/2006/relationships/hyperlink" Target="https://www.jup.co.id/" TargetMode="External"/></Relationships>
</file>

<file path=ppt/slideLayouts/_rels/slideLayout12.xml.rels><?xml version='1.0' encoding='UTF-8' standalone='yes'?>
<Relationships xmlns="http://schemas.openxmlformats.org/package/2006/relationships"><Relationship Type="http://schemas.openxmlformats.org/officeDocument/2006/relationships/slideMaster" Target="/ppt/slideMasters/slideMaster2.xml" Id="R576cea91bd1048bf"/><Relationship Type="http://schemas.openxmlformats.org/officeDocument/2006/relationships/image" Target="/ppt/media/image29.png" Id="R7bc6b072f9204838"/><Relationship Type="http://schemas.openxmlformats.org/officeDocument/2006/relationships/image" Target="/ppt/media/image30.png" Id="Ra85affa31b724f44"/><Relationship Id="rIdJupContact1" Type="http://schemas.openxmlformats.org/officeDocument/2006/relationships/hyperlink" Target="https://www.jup.co.id/" TargetMode="External"/></Relationships>
</file>

<file path=ppt/slideLayouts/_rels/slideLayout13.xml.rels><?xml version='1.0' encoding='UTF-8' standalone='yes'?>
<Relationships xmlns="http://schemas.openxmlformats.org/package/2006/relationships"><Relationship Type="http://schemas.openxmlformats.org/officeDocument/2006/relationships/slideMaster" Target="/ppt/slideMasters/slideMaster2.xml" Id="R9b586c740b9947c6"/><Relationship Type="http://schemas.openxmlformats.org/officeDocument/2006/relationships/image" Target="/ppt/media/image31.png" Id="Rac8978fdd916402d"/><Relationship Type="http://schemas.openxmlformats.org/officeDocument/2006/relationships/image" Target="/ppt/media/image32.png" Id="R14e7ce0ad8684d8e"/><Relationship Type="http://schemas.openxmlformats.org/officeDocument/2006/relationships/image" Target="/ppt/media/image33.png" Id="R0912e9f433d74147"/><Relationship Type="http://schemas.openxmlformats.org/officeDocument/2006/relationships/image" Target="/ppt/media/image34.png" Id="Rebd4351fd6aa48bb"/><Relationship Type="http://schemas.openxmlformats.org/officeDocument/2006/relationships/image" Target="/ppt/media/image35.png" Id="R68265e7265f448c4"/><Relationship Type="http://schemas.openxmlformats.org/officeDocument/2006/relationships/image" Target="/ppt/media/image36.png" Id="Rbe077d369e564142"/><Relationship Type="http://schemas.openxmlformats.org/officeDocument/2006/relationships/image" Target="/ppt/media/image37.png" Id="Rceb8178c6f864c5e"/><Relationship Id="rIdJupContact1" Type="http://schemas.openxmlformats.org/officeDocument/2006/relationships/hyperlink" Target="https://www.jup.co.id/" TargetMode="External"/></Relationships>
</file>

<file path=ppt/slideLayouts/_rels/slideLayout14.xml.rels><?xml version='1.0' encoding='UTF-8' standalone='yes'?>
<Relationships xmlns="http://schemas.openxmlformats.org/package/2006/relationships"><Relationship Type="http://schemas.openxmlformats.org/officeDocument/2006/relationships/slideMaster" Target="/ppt/slideMasters/slideMaster2.xml" Id="R3b0862898a5b4fea"/><Relationship Type="http://schemas.openxmlformats.org/officeDocument/2006/relationships/image" Target="/ppt/media/image38.png" Id="Rf191b7117eaf49be"/><Relationship Type="http://schemas.openxmlformats.org/officeDocument/2006/relationships/image" Target="/ppt/media/image39.png" Id="R13030c60c2b84c09"/><Relationship Id="rIdJupContact1" Type="http://schemas.openxmlformats.org/officeDocument/2006/relationships/hyperlink" Target="https://www.jup.co.id/" TargetMode="External"/></Relationships>
</file>

<file path=ppt/slideLayouts/_rels/slideLayout15.xml.rels><?xml version='1.0' encoding='UTF-8' standalone='yes'?>
<Relationships xmlns="http://schemas.openxmlformats.org/package/2006/relationships"><Relationship Type="http://schemas.openxmlformats.org/officeDocument/2006/relationships/slideMaster" Target="/ppt/slideMasters/slideMaster2.xml" Id="R62cffbc1a860415a"/><Relationship Type="http://schemas.openxmlformats.org/officeDocument/2006/relationships/image" Target="/ppt/media/image40.png" Id="R40e7883175684686"/><Relationship Type="http://schemas.openxmlformats.org/officeDocument/2006/relationships/image" Target="/ppt/media/image41.png" Id="R292eb42b63d74c5f"/><Relationship Id="rIdJupContact1" Type="http://schemas.openxmlformats.org/officeDocument/2006/relationships/hyperlink" Target="https://www.jup.co.id/" TargetMode="External"/></Relationships>
</file>

<file path=ppt/slideLayouts/_rels/slideLayout16.xml.rels><?xml version='1.0' encoding='UTF-8' standalone='yes'?>
<Relationships xmlns="http://schemas.openxmlformats.org/package/2006/relationships"><Relationship Type="http://schemas.openxmlformats.org/officeDocument/2006/relationships/slideMaster" Target="/ppt/slideMasters/slideMaster2.xml" Id="Rd5a879867c1940f4"/><Relationship Type="http://schemas.openxmlformats.org/officeDocument/2006/relationships/image" Target="/ppt/media/image42.png" Id="R06cf976561164cee"/><Relationship Type="http://schemas.openxmlformats.org/officeDocument/2006/relationships/image" Target="/ppt/media/image43.png" Id="R4462ad4a0b23431a"/><Relationship Id="rIdJupContact1" Type="http://schemas.openxmlformats.org/officeDocument/2006/relationships/hyperlink" Target="https://www.jup.co.id/" TargetMode="External"/></Relationships>
</file>

<file path=ppt/slideLayouts/_rels/slideLayout17.xml.rels><?xml version='1.0' encoding='UTF-8' standalone='yes'?>
<Relationships xmlns="http://schemas.openxmlformats.org/package/2006/relationships"><Relationship Type="http://schemas.openxmlformats.org/officeDocument/2006/relationships/slideMaster" Target="/ppt/slideMasters/slideMaster2.xml" Id="Rd7547ce2bf52447a"/><Relationship Type="http://schemas.openxmlformats.org/officeDocument/2006/relationships/image" Target="/ppt/media/image44.png" Id="Rd8f99e2e89de4c6f"/><Relationship Type="http://schemas.openxmlformats.org/officeDocument/2006/relationships/image" Target="/ppt/media/image45.png" Id="Ra56df2d5b4bb435a"/><Relationship Id="rIdJupContact1" Type="http://schemas.openxmlformats.org/officeDocument/2006/relationships/hyperlink" Target="https://www.jup.co.id/" TargetMode="External"/></Relationships>
</file>

<file path=ppt/slideLayouts/_rels/slideLayout18.xml.rels><?xml version='1.0' encoding='UTF-8' standalone='yes'?>
<Relationships xmlns="http://schemas.openxmlformats.org/package/2006/relationships"><Relationship Type="http://schemas.openxmlformats.org/officeDocument/2006/relationships/slideMaster" Target="/ppt/slideMasters/slideMaster2.xml" Id="Rcf4c5233874e4425"/><Relationship Type="http://schemas.openxmlformats.org/officeDocument/2006/relationships/image" Target="/ppt/media/image46.png" Id="R8b706e4e32884300"/><Relationship Type="http://schemas.openxmlformats.org/officeDocument/2006/relationships/image" Target="/ppt/media/image47.png" Id="R1f0b1ce455b34cf8"/><Relationship Id="rIdJupContact1" Type="http://schemas.openxmlformats.org/officeDocument/2006/relationships/hyperlink" Target="https://www.jup.co.id/" TargetMode="External"/></Relationships>
</file>

<file path=ppt/slideLayouts/_rels/slideLayout19.xml.rels><?xml version='1.0' encoding='UTF-8' standalone='yes'?>
<Relationships xmlns="http://schemas.openxmlformats.org/package/2006/relationships"><Relationship Type="http://schemas.openxmlformats.org/officeDocument/2006/relationships/slideMaster" Target="/ppt/slideMasters/slideMaster2.xml" Id="R2d594692e8214930"/><Relationship Type="http://schemas.openxmlformats.org/officeDocument/2006/relationships/image" Target="/ppt/media/image48.png" Id="Ra5f941a3c9db4627"/><Relationship Type="http://schemas.openxmlformats.org/officeDocument/2006/relationships/image" Target="/ppt/media/image49.png" Id="Rf0b581b5b41e43c5"/><Relationship Id="rIdJupContact1" Type="http://schemas.openxmlformats.org/officeDocument/2006/relationships/hyperlink" Target="https://www.jup.co.id/" TargetMode="External"/></Relationships>
</file>

<file path=ppt/slideLayouts/_rels/slideLayout20.xml.rels><?xml version='1.0' encoding='UTF-8' standalone='yes'?>
<Relationships xmlns="http://schemas.openxmlformats.org/package/2006/relationships"><Relationship Type="http://schemas.openxmlformats.org/officeDocument/2006/relationships/slideMaster" Target="/ppt/slideMasters/slideMaster2.xml" Id="Rb4988bd25b264a67"/><Relationship Type="http://schemas.openxmlformats.org/officeDocument/2006/relationships/image" Target="/ppt/media/image50.png" Id="R8d84903877f34fe8"/><Relationship Type="http://schemas.openxmlformats.org/officeDocument/2006/relationships/image" Target="/ppt/media/image51.png" Id="R923544162ba14405"/><Relationship Id="rIdJupContact1" Type="http://schemas.openxmlformats.org/officeDocument/2006/relationships/hyperlink" Target="https://www.jup.co.id/" TargetMode="External"/></Relationships>
</file>

<file path=ppt/slideLayouts/_rels/slideLayout21.xml.rels><?xml version='1.0' encoding='UTF-8' standalone='yes'?>
<Relationships xmlns="http://schemas.openxmlformats.org/package/2006/relationships"><Relationship Type="http://schemas.openxmlformats.org/officeDocument/2006/relationships/slideMaster" Target="/ppt/slideMasters/slideMaster3.xml" Id="Ra445f870966849d6"/><Relationship Type="http://schemas.openxmlformats.org/officeDocument/2006/relationships/image" Target="/ppt/media/image52.png" Id="R3f7c7031c1534c00"/><Relationship Type="http://schemas.openxmlformats.org/officeDocument/2006/relationships/image" Target="/ppt/media/image53.png" Id="R28019d8a88f34fb6"/><Relationship Type="http://schemas.openxmlformats.org/officeDocument/2006/relationships/image" Target="/ppt/media/image54.png" Id="R081950117cff4f74"/><Relationship Type="http://schemas.openxmlformats.org/officeDocument/2006/relationships/image" Target="/ppt/media/image55.png" Id="Raee74fa708ca48e2"/><Relationship Type="http://schemas.openxmlformats.org/officeDocument/2006/relationships/image" Target="/ppt/media/image56.png" Id="R8b9519eb60e342a0"/><Relationship Id="rIdJupContact1" Type="http://schemas.openxmlformats.org/officeDocument/2006/relationships/hyperlink" Target="https://www.jup.co.id/" TargetMode="External"/><Relationship Id="rIdJupContact2" Type="http://schemas.openxmlformats.org/officeDocument/2006/relationships/hyperlink" Target="https://www.instagram.com/jakartautilitas/" TargetMode="External"/><Relationship Id="rIdJupContact3" Type="http://schemas.openxmlformats.org/officeDocument/2006/relationships/hyperlink" Target="https://www.linkedin.com/company/pt-jakarta-utilitas-propertindo/" TargetMode="External"/><Relationship Id="rIdJupDarkLogo" Type="http://schemas.openxmlformats.org/officeDocument/2006/relationships/image" Target="../media/jup-dark-slideLayout21.png"/></Relationships>
</file>

<file path=ppt/slideLayouts/_rels/slideLayout22.xml.rels><?xml version='1.0' encoding='UTF-8' standalone='yes'?>
<Relationships xmlns="http://schemas.openxmlformats.org/package/2006/relationships"><Relationship Type="http://schemas.openxmlformats.org/officeDocument/2006/relationships/slideMaster" Target="/ppt/slideMasters/slideMaster2.xml" Id="Rd505db04a8b5434c"/><Relationship Type="http://schemas.openxmlformats.org/officeDocument/2006/relationships/image" Target="/ppt/media/image57.png" Id="R62a91655b62e40e8"/><Relationship Type="http://schemas.openxmlformats.org/officeDocument/2006/relationships/image" Target="/ppt/media/image58.png" Id="R365d478354d5467a"/><Relationship Type="http://schemas.openxmlformats.org/officeDocument/2006/relationships/image" Target="/ppt/media/image59.png" Id="Rfbc0b30755754da5"/><Relationship Id="rIdJupContact1" Type="http://schemas.openxmlformats.org/officeDocument/2006/relationships/hyperlink" Target="https://www.jup.co.id/" TargetMode="External"/></Relationships>
</file>

<file path=ppt/slideLayouts/_rels/slideLayout23.xml.rels><?xml version='1.0' encoding='UTF-8' standalone='yes'?>
<Relationships xmlns="http://schemas.openxmlformats.org/package/2006/relationships"><Relationship Type="http://schemas.openxmlformats.org/officeDocument/2006/relationships/slideMaster" Target="/ppt/slideMasters/slideMaster2.xml" Id="R8bc4b7b8c75940ae"/><Relationship Type="http://schemas.openxmlformats.org/officeDocument/2006/relationships/image" Target="/ppt/media/image60.png" Id="Reb3c601b9ee54630"/><Relationship Type="http://schemas.openxmlformats.org/officeDocument/2006/relationships/image" Target="/ppt/media/image61.png" Id="R7c4eda6aac114076"/><Relationship Id="rIdJupContact1" Type="http://schemas.openxmlformats.org/officeDocument/2006/relationships/hyperlink" Target="https://www.jup.co.id/" TargetMode="External"/></Relationships>
</file>

<file path=ppt/slideLayouts/_rels/slideLayout24.xml.rels><?xml version='1.0' encoding='UTF-8' standalone='yes'?>
<Relationships xmlns="http://schemas.openxmlformats.org/package/2006/relationships"><Relationship Type="http://schemas.openxmlformats.org/officeDocument/2006/relationships/slideMaster" Target="/ppt/slideMasters/slideMaster2.xml" Id="R47cf5d2dc15c48ab"/><Relationship Type="http://schemas.openxmlformats.org/officeDocument/2006/relationships/image" Target="/ppt/media/image62.png" Id="Rf7c02f06c85944c7"/><Relationship Type="http://schemas.openxmlformats.org/officeDocument/2006/relationships/image" Target="/ppt/media/image63.png" Id="R6fbcd0f7901e4d8e"/><Relationship Id="rIdJupContact1" Type="http://schemas.openxmlformats.org/officeDocument/2006/relationships/hyperlink" Target="https://www.jup.co.id/" TargetMode="External"/></Relationships>
</file>

<file path=ppt/slideLayouts/_rels/slideLayout25.xml.rels><?xml version='1.0' encoding='UTF-8' standalone='yes'?>
<Relationships xmlns="http://schemas.openxmlformats.org/package/2006/relationships"><Relationship Type="http://schemas.openxmlformats.org/officeDocument/2006/relationships/slideMaster" Target="/ppt/slideMasters/slideMaster2.xml" Id="R57e29488d7fd4232"/><Relationship Type="http://schemas.openxmlformats.org/officeDocument/2006/relationships/image" Target="/ppt/media/image64.png" Id="R617f32549ce94e93"/><Relationship Type="http://schemas.openxmlformats.org/officeDocument/2006/relationships/image" Target="/ppt/media/image65.png" Id="R5cf33b3c1b7a408f"/><Relationship Id="rIdJupContact1" Type="http://schemas.openxmlformats.org/officeDocument/2006/relationships/hyperlink" Target="https://www.jup.co.id/" TargetMode="External"/></Relationships>
</file>

<file path=ppt/slideLayouts/_rels/slideLayout26.xml.rels><?xml version='1.0' encoding='UTF-8' standalone='yes'?>
<Relationships xmlns="http://schemas.openxmlformats.org/package/2006/relationships"><Relationship Type="http://schemas.openxmlformats.org/officeDocument/2006/relationships/slideMaster" Target="/ppt/slideMasters/slideMaster3.xml" Id="R14506b0eb11749c7"/><Relationship Type="http://schemas.openxmlformats.org/officeDocument/2006/relationships/image" Target="/ppt/media/image7.png" Id="R26bee2ffc3c34d03"/><Relationship Type="http://schemas.openxmlformats.org/officeDocument/2006/relationships/image" Target="/ppt/media/image8.png" Id="R15cc5bf86050475b"/><Relationship Type="http://schemas.openxmlformats.org/officeDocument/2006/relationships/image" Target="/ppt/media/image9.png" Id="R91c59edf9e8e45d0"/><Relationship Type="http://schemas.openxmlformats.org/officeDocument/2006/relationships/image" Target="/ppt/media/image10.png" Id="R8f26842ec62d4bba"/><Relationship Type="http://schemas.openxmlformats.org/officeDocument/2006/relationships/image" Target="/ppt/media/image11.png" Id="Re33014cceebc4cf6"/><Relationship Id="rIdJupContact1" Type="http://schemas.openxmlformats.org/officeDocument/2006/relationships/hyperlink" Target="https://www.instagram.com/jakartautilitas/" TargetMode="External"/><Relationship Id="rIdJupContact2" Type="http://schemas.openxmlformats.org/officeDocument/2006/relationships/hyperlink" Target="https://www.jup.co.id/" TargetMode="External"/><Relationship Id="rIdJupDarkLogo" Type="http://schemas.openxmlformats.org/officeDocument/2006/relationships/image" Target="../media/jup-dark-slideLayout26.png"/></Relationships>
</file>

<file path=ppt/slideLayouts/_rels/slideLayout27.xml.rels><?xml version='1.0' encoding='UTF-8' standalone='yes'?>
<Relationships xmlns="http://schemas.openxmlformats.org/package/2006/relationships"><Relationship Type="http://schemas.openxmlformats.org/officeDocument/2006/relationships/slideMaster" Target="/ppt/slideMasters/slideMaster2.xml" Id="R3b0862898a5b4fea"/><Relationship Type="http://schemas.openxmlformats.org/officeDocument/2006/relationships/image" Target="/ppt/media/image38.png" Id="Rf191b7117eaf49be"/><Relationship Type="http://schemas.openxmlformats.org/officeDocument/2006/relationships/image" Target="/ppt/media/image39.png" Id="R13030c60c2b84c09"/><Relationship Id="rIdJupContact1" Type="http://schemas.openxmlformats.org/officeDocument/2006/relationships/hyperlink" Target="https://www.jup.co.id/" TargetMode="External"/></Relationships>
</file>

<file path=ppt/slideLayouts/_rels/slideLayout28.xml.rels><?xml version='1.0' encoding='UTF-8' standalone='yes'?>
<Relationships xmlns="http://schemas.openxmlformats.org/package/2006/relationships"><Relationship Type="http://schemas.openxmlformats.org/officeDocument/2006/relationships/slideMaster" Target="/ppt/slideMasters/slideMaster2.xml" Id="R3b0862898a5b4fea"/><Relationship Type="http://schemas.openxmlformats.org/officeDocument/2006/relationships/image" Target="/ppt/media/image38.png" Id="Rf191b7117eaf49be"/><Relationship Type="http://schemas.openxmlformats.org/officeDocument/2006/relationships/image" Target="/ppt/media/image39.png" Id="R13030c60c2b84c09"/><Relationship Id="rIdJupContact1" Type="http://schemas.openxmlformats.org/officeDocument/2006/relationships/hyperlink" Target="https://www.jup.co.id/" TargetMode="External"/></Relationships>
</file>

<file path=ppt/slideLayouts/_rels/slideLayout29.xml.rels><?xml version='1.0' encoding='UTF-8' standalone='yes'?>
<Relationships xmlns="http://schemas.openxmlformats.org/package/2006/relationships"><Relationship Type="http://schemas.openxmlformats.org/officeDocument/2006/relationships/slideMaster" Target="/ppt/slideMasters/slideMaster2.xml" Id="R3b0862898a5b4fea"/><Relationship Type="http://schemas.openxmlformats.org/officeDocument/2006/relationships/image" Target="/ppt/media/image38.png" Id="Rf191b7117eaf49be"/><Relationship Type="http://schemas.openxmlformats.org/officeDocument/2006/relationships/image" Target="/ppt/media/image39.png" Id="R13030c60c2b84c09"/><Relationship Id="rIdJupContact1" Type="http://schemas.openxmlformats.org/officeDocument/2006/relationships/hyperlink" Target="https://www.jup.co.id/" TargetMode="External"/></Relationships>
</file>

<file path=ppt/slideLayouts/_rels/slideLayout30.xml.rels><?xml version='1.0' encoding='UTF-8' standalone='yes'?>
<Relationships xmlns="http://schemas.openxmlformats.org/package/2006/relationships"><Relationship Type="http://schemas.openxmlformats.org/officeDocument/2006/relationships/slideMaster" Target="/ppt/slideMasters/slideMaster2.xml" Id="R3b0862898a5b4fea"/><Relationship Type="http://schemas.openxmlformats.org/officeDocument/2006/relationships/image" Target="/ppt/media/image38.png" Id="Rf191b7117eaf49be"/><Relationship Type="http://schemas.openxmlformats.org/officeDocument/2006/relationships/image" Target="/ppt/media/image39.png" Id="R13030c60c2b84c09"/><Relationship Id="rIdJupContact1" Type="http://schemas.openxmlformats.org/officeDocument/2006/relationships/hyperlink" Target="https://www.jup.co.id/" TargetMode="External"/></Relationships>
</file>

<file path=ppt/slideLayouts/_rels/slideLayout31.xml.rels><?xml version='1.0' encoding='UTF-8' standalone='yes'?>
<Relationships xmlns="http://schemas.openxmlformats.org/package/2006/relationships"><Relationship Type="http://schemas.openxmlformats.org/officeDocument/2006/relationships/slideMaster" Target="/ppt/slideMasters/slideMaster2.xml" Id="R3b0862898a5b4fea"/><Relationship Type="http://schemas.openxmlformats.org/officeDocument/2006/relationships/image" Target="/ppt/media/image38.png" Id="Rf191b7117eaf49be"/><Relationship Type="http://schemas.openxmlformats.org/officeDocument/2006/relationships/image" Target="/ppt/media/image39.png" Id="R13030c60c2b84c09"/><Relationship Id="rIdJupContact1" Type="http://schemas.openxmlformats.org/officeDocument/2006/relationships/hyperlink" Target="https://www.jup.co.id/" TargetMode="External"/></Relationships>
</file>

<file path=ppt/slideLayouts/slideLayout2.xml><?xml version="1.0" encoding="utf-8"?>
<p:sldLayout xmlns:p="http://schemas.openxmlformats.org/presentationml/2006/main" type="cust" preserve="1" showMasterSp="1">
  <p:cSld name="01 Sampul institusional">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sampul"/>
          <p:cNvPicPr>
            <a:picLocks xmlns:a="http://schemas.openxmlformats.org/drawingml/2006/main" noChangeAspect="1"/>
          </p:cNvPicPr>
          <p:nvPr/>
        </p:nvPicPr>
        <p:blipFill>
          <a:blip xmlns:r="http://schemas.openxmlformats.org/officeDocument/2006/relationships" xmlns:a="http://schemas.openxmlformats.org/drawingml/2006/main" r:embed="Rdf5fd78d6c6b4333"/>
          <ns0:srcRect xmlns:ns0="http://schemas.openxmlformats.org/drawingml/2006/main" l="61198" t="21833" r="10195" b="18704"/>
          <a:stretch xmlns:a="http://schemas.openxmlformats.org/drawingml/2006/main"/>
        </p:blipFill>
        <p:spPr>
          <a:xfrm xmlns:a="http://schemas.openxmlformats.org/drawingml/2006/main">
            <a:off x="7239000" y="0"/>
            <a:ext cx="4953000" cy="5791200"/>
          </a:xfrm>
          <a:prstGeom xmlns:a="http://schemas.openxmlformats.org/drawingml/2006/main" prst="rect">
            <a:avLst/>
          </a:prstGeom>
        </p:spPr>
      </p:pic>
      <p:pic>
        <p:nvPicPr>
          <p:cNvPr id="3" name="" descr="Lambang Jakarta Jaya Raya"/>
          <p:cNvPicPr>
            <a:picLocks xmlns:a="http://schemas.openxmlformats.org/drawingml/2006/main" noChangeAspect="1"/>
          </p:cNvPicPr>
          <p:nvPr/>
        </p:nvPicPr>
        <p:blipFill>
          <a:blip xmlns:r="http://schemas.openxmlformats.org/officeDocument/2006/relationships" xmlns:a="http://schemas.openxmlformats.org/drawingml/2006/main" r:embed="R5ab64fb3b5234dad"/>
          <ns0:srcRect xmlns:ns0="http://schemas.openxmlformats.org/drawingml/2006/main" l="26126" t="30000" r="25676" b="29667"/>
          <a:stretch xmlns:a="http://schemas.openxmlformats.org/drawingml/2006/main"/>
        </p:blipFill>
        <p:spPr>
          <a:xfrm xmlns:a="http://schemas.openxmlformats.org/drawingml/2006/main">
            <a:off x="609600" y="342900"/>
            <a:ext cx="673798" cy="762000"/>
          </a:xfrm>
          <a:prstGeom xmlns:a="http://schemas.openxmlformats.org/drawingml/2006/main" prst="rect">
            <a:avLst/>
          </a:prstGeom>
        </p:spPr>
      </p:pic>
      <p:sp>
        <p:nvSpPr>
          <p:cNvPr id="4" name="Bidang aman logo JUP"/>
          <p:cNvSpPr>
            <a:spLocks xmlns:a="http://schemas.openxmlformats.org/drawingml/2006/main" noGrp="1"/>
          </p:cNvSpPr>
          <p:nvPr/>
        </p:nvSpPr>
        <p:spPr>
          <a:xfrm xmlns:a="http://schemas.openxmlformats.org/drawingml/2006/main">
            <a:off x="8953500" y="152400"/>
            <a:ext cx="2933700" cy="12954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5"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76b9f7f6969d4c3a"/>
          <a:stretch xmlns:a="http://schemas.openxmlformats.org/drawingml/2006/main"/>
        </p:blipFill>
        <p:spPr>
          <a:xfrm xmlns:a="http://schemas.openxmlformats.org/drawingml/2006/main">
            <a:off x="9144000" y="305829"/>
            <a:ext cx="2438400" cy="822712"/>
          </a:xfrm>
          <a:prstGeom xmlns:a="http://schemas.openxmlformats.org/drawingml/2006/main" prst="rect">
            <a:avLst/>
          </a:prstGeom>
        </p:spPr>
      </p:pic>
      <p:sp>
        <p:nvSpPr>
          <p:cNvPr id="6" name="Panel tema"/>
          <p:cNvSpPr>
            <a:spLocks xmlns:a="http://schemas.openxmlformats.org/drawingml/2006/main" noGrp="1"/>
          </p:cNvSpPr>
          <p:nvPr/>
        </p:nvSpPr>
        <p:spPr>
          <a:xfrm xmlns:a="http://schemas.openxmlformats.org/drawingml/2006/main">
            <a:off x="3657600" y="0"/>
            <a:ext cx="4876800" cy="533400"/>
          </a:xfrm>
          <a:prstGeom xmlns:a="http://schemas.openxmlformats.org/drawingml/2006/main" prst="rect">
            <a:avLst/>
          </a:prstGeom>
          <a:solidFill xmlns:a="http://schemas.openxmlformats.org/drawingml/2006/main">
            <a:srgbClr val="011627"/>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7" name="" descr="Ikon kontak ig"/>
          <p:cNvPicPr>
            <a:picLocks xmlns:a="http://schemas.openxmlformats.org/drawingml/2006/main" noChangeAspect="1"/>
          </p:cNvPicPr>
          <p:nvPr/>
        </p:nvPicPr>
        <p:blipFill>
          <a:blip xmlns:r="http://schemas.openxmlformats.org/officeDocument/2006/relationships" xmlns:a="http://schemas.openxmlformats.org/drawingml/2006/main" r:embed="Rb95962a670cb4632"/>
          <ns0:srcRect xmlns:ns0="http://schemas.openxmlformats.org/drawingml/2006/main" l="16302" t="77037" r="82083" b="20000"/>
          <a:stretch xmlns:a="http://schemas.openxmlformats.org/drawingml/2006/main"/>
        </p:blipFill>
        <p:spPr>
          <a:xfrm xmlns:a="http://schemas.openxmlformats.org/drawingml/2006/main">
            <a:off x="609600" y="5829300"/>
            <a:ext cx="221456" cy="228600"/>
          </a:xfrm>
          <a:prstGeom xmlns:a="http://schemas.openxmlformats.org/drawingml/2006/main" prst="rect">
            <a:avLst/>
          </a:prstGeom>
        </p:spPr>
      </p:pic>
      <p:pic>
        <p:nvPicPr>
          <p:cNvPr id="8" name="" descr="Ikon kontak web"/>
          <p:cNvPicPr>
            <a:picLocks xmlns:a="http://schemas.openxmlformats.org/drawingml/2006/main" noChangeAspect="1"/>
          </p:cNvPicPr>
          <p:nvPr/>
        </p:nvPicPr>
        <p:blipFill>
          <a:blip xmlns:r="http://schemas.openxmlformats.org/officeDocument/2006/relationships" xmlns:a="http://schemas.openxmlformats.org/drawingml/2006/main" r:embed="Rbe4fdb673dde4b8f"/>
          <ns0:srcRect xmlns:ns0="http://schemas.openxmlformats.org/drawingml/2006/main" l="30625" t="77037" r="67552" b="19630"/>
          <a:stretch xmlns:a="http://schemas.openxmlformats.org/drawingml/2006/main"/>
        </p:blipFill>
        <p:spPr>
          <a:xfrm xmlns:a="http://schemas.openxmlformats.org/drawingml/2006/main">
            <a:off x="3429000" y="5829300"/>
            <a:ext cx="222250" cy="228600"/>
          </a:xfrm>
          <a:prstGeom xmlns:a="http://schemas.openxmlformats.org/drawingml/2006/main" prst="rect">
            <a:avLst/>
          </a:prstGeom>
        </p:spPr>
      </p:pic>
      <p:pic>
        <p:nvPicPr>
          <p:cNvPr id="9"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58c4e7f4f1b54229"/>
          <a:stretch xmlns:a="http://schemas.openxmlformats.org/drawingml/2006/main"/>
        </p:blipFill>
        <p:spPr>
          <a:xfrm xmlns:a="http://schemas.openxmlformats.org/drawingml/2006/main">
            <a:off x="9182100" y="6098465"/>
            <a:ext cx="3009900" cy="566569"/>
          </a:xfrm>
          <a:prstGeom xmlns:a="http://schemas.openxmlformats.org/drawingml/2006/main" prst="rect">
            <a:avLst/>
          </a:prstGeom>
        </p:spPr>
      </p:pic>
      <p:sp>
        <p:nvSpPr>
          <p:cNvPr id="10" name="Garis pemisah 1"/>
          <p:cNvSpPr>
            <a:spLocks xmlns:a="http://schemas.openxmlformats.org/drawingml/2006/main" noGrp="1"/>
          </p:cNvSpPr>
          <p:nvPr/>
        </p:nvSpPr>
        <p:spPr>
          <a:xfrm xmlns:a="http://schemas.openxmlformats.org/drawingml/2006/main">
            <a:off x="609600" y="6096000"/>
            <a:ext cx="59055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Tema presentasi"/>
          <p:cNvSpPr>
            <a:spLocks xmlns:a="http://schemas.openxmlformats.org/drawingml/2006/main" noGrp="1"/>
          </p:cNvSpPr>
          <p:nvPr>
            <p:ph type="body" idx="89" hasCustomPrompt="1"/>
          </p:nvPr>
        </p:nvSpPr>
        <p:spPr>
          <a:xfrm xmlns:a="http://schemas.openxmlformats.org/drawingml/2006/main">
            <a:off x="3886200" y="152400"/>
            <a:ext cx="441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lang="id-ID">
                <a:solidFill>
                  <a:srgbClr val="F0F1F1"/>
                </a:solidFill>
                <a:latin typeface="Space Grotesk"/>
                <a:ea typeface="Space Grotesk"/>
                <a:cs typeface="Space Grotesk"/>
              </a:defRPr>
            </a:pPr>
            <a:r>
              <a:rPr sz="1800" b="1" lang="id-ID">
                <a:solidFill>
                  <a:srgbClr val="F0F1F1"/>
                </a:solidFill>
                <a:latin typeface="Space Grotesk"/>
                <a:ea typeface="Space Grotesk"/>
                <a:cs typeface="Space Grotesk"/>
              </a:rPr>
              <a:t>Sukses Jakarta untuk Indonesia</a:t>
            </a:r>
          </a:p>
        </p:txBody>
      </p:sp>
      <p:sp>
        <p:nvSpPr>
          <p:cNvPr id="12" name="Jenis presentasi"/>
          <p:cNvSpPr>
            <a:spLocks xmlns:a="http://schemas.openxmlformats.org/drawingml/2006/main" noGrp="1"/>
          </p:cNvSpPr>
          <p:nvPr>
            <p:ph type="body" idx="2" hasCustomPrompt="1"/>
          </p:nvPr>
        </p:nvSpPr>
        <p:spPr>
          <a:xfrm xmlns:a="http://schemas.openxmlformats.org/drawingml/2006/main">
            <a:off x="609600" y="20002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lang="id-ID">
                <a:solidFill>
                  <a:srgbClr val="004999"/>
                </a:solidFill>
                <a:latin typeface="Space Grotesk"/>
                <a:ea typeface="Space Grotesk"/>
                <a:cs typeface="Space Grotesk"/>
              </a:defRPr>
            </a:pPr>
            <a:r>
              <a:rPr sz="1500" b="1" lang="id-ID">
                <a:solidFill>
                  <a:srgbClr val="004999"/>
                </a:solidFill>
                <a:latin typeface="Space Grotesk"/>
                <a:ea typeface="Space Grotesk"/>
                <a:cs typeface="Space Grotesk"/>
              </a:rPr>
              <a:t>PRESENTASI INSTITUSIONAL</a:t>
            </a:r>
          </a:p>
        </p:txBody>
      </p:sp>
      <p:sp>
        <p:nvSpPr>
          <p:cNvPr id="13" name="Judul presentasi"/>
          <p:cNvSpPr>
            <a:spLocks xmlns:a="http://schemas.openxmlformats.org/drawingml/2006/main" noGrp="1"/>
          </p:cNvSpPr>
          <p:nvPr>
            <p:ph type="title" idx="0" hasCustomPrompt="1"/>
          </p:nvPr>
        </p:nvSpPr>
        <p:spPr>
          <a:xfrm xmlns:a="http://schemas.openxmlformats.org/drawingml/2006/main">
            <a:off x="609600" y="2609850"/>
            <a:ext cx="6858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lang="id-ID">
                <a:solidFill>
                  <a:srgbClr val="011627"/>
                </a:solidFill>
                <a:latin typeface="Space Grotesk"/>
                <a:ea typeface="Space Grotesk"/>
                <a:cs typeface="Space Grotesk"/>
              </a:defRPr>
            </a:pPr>
            <a:r>
              <a:rPr sz="4800" b="1" lang="id-ID">
                <a:solidFill>
                  <a:srgbClr val="011627"/>
                </a:solidFill>
                <a:latin typeface="Space Grotesk"/>
                <a:ea typeface="Space Grotesk"/>
                <a:cs typeface="Space Grotesk"/>
              </a:rPr>
              <a:t>Template presentasi</a:t>
            </a:r>
          </a:p>
          <a:p xmlns:a="http://schemas.openxmlformats.org/drawingml/2006/main">
            <a:pPr>
              <a:defRPr sz="4800" b="1" lang="id-ID">
                <a:solidFill>
                  <a:srgbClr val="011627"/>
                </a:solidFill>
                <a:latin typeface="Space Grotesk"/>
                <a:ea typeface="Space Grotesk"/>
                <a:cs typeface="Space Grotesk"/>
              </a:defRPr>
            </a:pPr>
            <a:r>
              <a:rPr sz="4800" b="1" lang="id-ID">
                <a:solidFill>
                  <a:srgbClr val="011627"/>
                </a:solidFill>
                <a:latin typeface="Space Grotesk"/>
                <a:ea typeface="Space Grotesk"/>
                <a:cs typeface="Space Grotesk"/>
              </a:rPr>
              <a:t>JUP</a:t>
            </a:r>
          </a:p>
        </p:txBody>
      </p:sp>
      <p:sp>
        <p:nvSpPr>
          <p:cNvPr id="14" name="Nama perusahaan"/>
          <p:cNvSpPr>
            <a:spLocks xmlns:a="http://schemas.openxmlformats.org/drawingml/2006/main" noGrp="1"/>
          </p:cNvSpPr>
          <p:nvPr>
            <p:ph type="subtitle" idx="1" hasCustomPrompt="1"/>
          </p:nvPr>
        </p:nvSpPr>
        <p:spPr>
          <a:xfrm xmlns:a="http://schemas.openxmlformats.org/drawingml/2006/main">
            <a:off x="609600" y="44577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lang="id-ID">
                <a:solidFill>
                  <a:srgbClr val="011627"/>
                </a:solidFill>
                <a:latin typeface="Space Grotesk"/>
                <a:ea typeface="Space Grotesk"/>
                <a:cs typeface="Space Grotesk"/>
              </a:defRPr>
            </a:pPr>
            <a:r>
              <a:rPr sz="2100" b="0" lang="id-ID">
                <a:solidFill>
                  <a:srgbClr val="011627"/>
                </a:solidFill>
                <a:latin typeface="Space Grotesk"/>
                <a:ea typeface="Space Grotesk"/>
                <a:cs typeface="Space Grotesk"/>
              </a:rPr>
              <a:t>PT Jakarta Utilitas Propertindo</a:t>
            </a:r>
          </a:p>
        </p:txBody>
      </p:sp>
      <p:sp>
        <p:nvSpPr>
          <p:cNvPr id="15" name="Unit dan tanggal"/>
          <p:cNvSpPr>
            <a:spLocks xmlns:a="http://schemas.openxmlformats.org/drawingml/2006/main" noGrp="1"/>
          </p:cNvSpPr>
          <p:nvPr>
            <p:ph type="body" idx="3" hasCustomPrompt="1"/>
          </p:nvPr>
        </p:nvSpPr>
        <p:spPr>
          <a:xfrm xmlns:a="http://schemas.openxmlformats.org/drawingml/2006/main">
            <a:off x="609600" y="505777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[Unit kerja]   [Tanggal presentasi]</a:t>
            </a:r>
          </a:p>
        </p:txBody>
      </p:sp>
      <p:sp>
        <p:nvSpPr>
          <p:cNvPr id="16" name="Kontak ig">
            <ns0:hlinkClick xmlns:ns0="http://schemas.openxmlformats.org/drawingml/2006/main" xmlns:ns1="http://schemas.openxmlformats.org/officeDocument/2006/relationships" ns1:id="rIdJupContact1"/>
          </p:cNvPr>
          <p:cNvSpPr>
            <a:spLocks xmlns:a="http://schemas.openxmlformats.org/drawingml/2006/main" noGrp="1"/>
          </p:cNvSpPr>
          <p:nvPr>
            <p:ph type="body" idx="90" hasCustomPrompt="1"/>
          </p:nvPr>
        </p:nvSpPr>
        <p:spPr>
          <a:xfrm xmlns:a="http://schemas.openxmlformats.org/drawingml/2006/main">
            <a:off x="952500" y="5838825"/>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@jakartautilitas</a:t>
            </a:r>
          </a:p>
        </p:txBody>
      </p:sp>
      <p:sp>
        <p:nvSpPr>
          <p:cNvPr id="17" name="Kontak web">
            <ns0:hlinkClick xmlns:ns0="http://schemas.openxmlformats.org/drawingml/2006/main" xmlns:ns1="http://schemas.openxmlformats.org/officeDocument/2006/relationships" ns1:id="rIdJupContact2"/>
          </p:cNvPr>
          <p:cNvSpPr>
            <a:spLocks xmlns:a="http://schemas.openxmlformats.org/drawingml/2006/main" noGrp="1"/>
          </p:cNvSpPr>
          <p:nvPr>
            <p:ph type="body" idx="91" hasCustomPrompt="1"/>
          </p:nvPr>
        </p:nvSpPr>
        <p:spPr>
          <a:xfrm xmlns:a="http://schemas.openxmlformats.org/drawingml/2006/main">
            <a:off x="3771900" y="58388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www.jup.co.id</a:t>
            </a:r>
          </a:p>
        </p:txBody>
      </p:sp>
      <p:sp>
        <p:nvSpPr>
          <p:cNvPr id="18" name="Klasifikasi dokumen"/>
          <p:cNvSpPr>
            <a:spLocks xmlns:a="http://schemas.openxmlformats.org/drawingml/2006/main" noGrp="1"/>
          </p:cNvSpPr>
          <p:nvPr>
            <p:ph type="body" idx="98" hasCustomPrompt="1"/>
          </p:nvPr>
        </p:nvSpPr>
        <p:spPr>
          <a:xfrm xmlns:a="http://schemas.openxmlformats.org/drawingml/2006/main">
            <a:off x="609600" y="63150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[Klasifikasi dokumen]</a:t>
            </a:r>
          </a:p>
        </p:txBody>
      </p:sp>
    </p:spTree>
  </p:cSld>
</p:sldLayout>
</file>

<file path=ppt/slideLayouts/slideLayout3.xml><?xml version="1.0" encoding="utf-8"?>
<p:sldLayout xmlns:p="http://schemas.openxmlformats.org/presentationml/2006/main" type="cust" preserve="1" showMasterSp="1">
  <p:cSld name="02 Sampul korporat">
    <p:bg>
      <p:bgPr>
        <a:solidFill xmlns:a="http://schemas.openxmlformats.org/drawingml/2006/main">
          <a:srgbClr val="011627"/>
        </a:solidFill>
      </p:bgPr>
    </p:bg>
    <p:spTree>
      <p:nvGrpSpPr>
        <p:cNvPr id="1" name=""/>
        <p:cNvGrpSpPr/>
        <p:nvPr/>
      </p:nvGrpSpPr>
      <p:grpSpPr>
        <a:xfrm xmlns:a="http://schemas.openxmlformats.org/drawingml/2006/main"/>
      </p:grpSpPr>
      <p:pic>
        <p:nvPicPr>
          <p:cNvPr id="2" name="" descr="Motif garis JUP asli — sampul"/>
          <p:cNvPicPr>
            <a:picLocks xmlns:a="http://schemas.openxmlformats.org/drawingml/2006/main" noChangeAspect="1"/>
          </p:cNvPicPr>
          <p:nvPr/>
        </p:nvPicPr>
        <p:blipFill>
          <a:blip xmlns:r="http://schemas.openxmlformats.org/officeDocument/2006/relationships" xmlns:a="http://schemas.openxmlformats.org/drawingml/2006/main" r:embed="R26bee2ffc3c34d03">
            <a:duotone>
              <a:srgbClr val="FFFFFF"/>
              <a:srgbClr val="FFFFFF"/>
            </a:duotone>
          </a:blip>
          <ns0:srcRect xmlns:ns0="http://schemas.openxmlformats.org/drawingml/2006/main" l="61198" t="21833" r="10195" b="18704"/>
          <a:stretch xmlns:a="http://schemas.openxmlformats.org/drawingml/2006/main"/>
        </p:blipFill>
        <p:spPr>
          <a:xfrm xmlns:a="http://schemas.openxmlformats.org/drawingml/2006/main">
            <a:off x="7239000" y="0"/>
            <a:ext cx="4953000" cy="5791200"/>
          </a:xfrm>
          <a:prstGeom xmlns:a="http://schemas.openxmlformats.org/drawingml/2006/main" prst="rect">
            <a:avLst/>
          </a:prstGeom>
        </p:spPr>
      </p:pic>
      <p:sp>
        <p:nvSpPr>
          <p:cNvPr id="3" name="Bidang putih logo JUP"/>
          <p:cNvSpPr>
            <a:spLocks xmlns:a="http://schemas.openxmlformats.org/drawingml/2006/main" noGrp="1"/>
          </p:cNvSpPr>
          <p:nvPr/>
        </p:nvSpPr>
        <p:spPr>
          <a:xfrm xmlns:a="http://schemas.openxmlformats.org/drawingml/2006/main">
            <a:off x="647700" y="400050"/>
            <a:ext cx="3048000" cy="102839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Dark.png dari pengguna; proporsi dan berkas gambar asli dipertahankan"/>
          <p:cNvPicPr>
            <a:picLocks xmlns:a="http://schemas.openxmlformats.org/drawingml/2006/main" noChangeAspect="1"/>
          </p:cNvPicPr>
          <p:nvPr/>
        </p:nvPicPr>
        <p:blipFill>
          <a:blip xmlns:r="http://schemas.openxmlformats.org/officeDocument/2006/relationships" xmlns:a="http://schemas.openxmlformats.org/drawingml/2006/main" r:embed="rIdJupDarkLogo"/>
          <a:stretch xmlns:a="http://schemas.openxmlformats.org/drawingml/2006/main"/>
        </p:blipFill>
        <p:spPr>
          <a:xfrm xmlns:a="http://schemas.openxmlformats.org/drawingml/2006/main">
            <a:off x="647700" y="400050"/>
            <a:ext cx="3048000" cy="1028390"/>
          </a:xfrm>
          <a:prstGeom xmlns:a="http://schemas.openxmlformats.org/drawingml/2006/main" prst="rect">
            <a:avLst/>
          </a:prstGeom>
        </p:spPr>
      </p:pic>
      <p:pic>
        <p:nvPicPr>
          <p:cNvPr id="5" name="" descr="Ikon kontak ig"/>
          <p:cNvPicPr>
            <a:picLocks xmlns:a="http://schemas.openxmlformats.org/drawingml/2006/main" noChangeAspect="1"/>
          </p:cNvPicPr>
          <p:nvPr/>
        </p:nvPicPr>
        <p:blipFill>
          <a:blip xmlns:r="http://schemas.openxmlformats.org/officeDocument/2006/relationships" xmlns:a="http://schemas.openxmlformats.org/drawingml/2006/main" r:embed="R91c59edf9e8e45d0">
            <a:duotone>
              <a:srgbClr val="FFFFFF"/>
              <a:srgbClr val="FFFFFF"/>
            </a:duotone>
          </a:blip>
          <ns0:srcRect xmlns:ns0="http://schemas.openxmlformats.org/drawingml/2006/main" l="16302" t="77037" r="82083" b="20000"/>
          <a:stretch xmlns:a="http://schemas.openxmlformats.org/drawingml/2006/main"/>
        </p:blipFill>
        <p:spPr>
          <a:xfrm xmlns:a="http://schemas.openxmlformats.org/drawingml/2006/main">
            <a:off x="609600" y="5829300"/>
            <a:ext cx="221456" cy="228600"/>
          </a:xfrm>
          <a:prstGeom xmlns:a="http://schemas.openxmlformats.org/drawingml/2006/main" prst="rect">
            <a:avLst/>
          </a:prstGeom>
        </p:spPr>
      </p:pic>
      <p:pic>
        <p:nvPicPr>
          <p:cNvPr id="6" name="" descr="Ikon kontak web"/>
          <p:cNvPicPr>
            <a:picLocks xmlns:a="http://schemas.openxmlformats.org/drawingml/2006/main" noChangeAspect="1"/>
          </p:cNvPicPr>
          <p:nvPr/>
        </p:nvPicPr>
        <p:blipFill>
          <a:blip xmlns:r="http://schemas.openxmlformats.org/officeDocument/2006/relationships" xmlns:a="http://schemas.openxmlformats.org/drawingml/2006/main" r:embed="R8f26842ec62d4bba">
            <a:duotone>
              <a:srgbClr val="FFFFFF"/>
              <a:srgbClr val="FFFFFF"/>
            </a:duotone>
          </a:blip>
          <ns0:srcRect xmlns:ns0="http://schemas.openxmlformats.org/drawingml/2006/main" l="30625" t="77037" r="67552" b="19630"/>
          <a:stretch xmlns:a="http://schemas.openxmlformats.org/drawingml/2006/main"/>
        </p:blipFill>
        <p:spPr>
          <a:xfrm xmlns:a="http://schemas.openxmlformats.org/drawingml/2006/main">
            <a:off x="3429000" y="5829300"/>
            <a:ext cx="222250" cy="228600"/>
          </a:xfrm>
          <a:prstGeom xmlns:a="http://schemas.openxmlformats.org/drawingml/2006/main" prst="rect">
            <a:avLst/>
          </a:prstGeom>
        </p:spPr>
      </p:pic>
      <p:pic>
        <p:nvPicPr>
          <p:cNvPr id="7"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e33014cceebc4cf6"/>
          <a:stretch xmlns:a="http://schemas.openxmlformats.org/drawingml/2006/main"/>
        </p:blipFill>
        <p:spPr>
          <a:xfrm xmlns:a="http://schemas.openxmlformats.org/drawingml/2006/main">
            <a:off x="9182100" y="6098465"/>
            <a:ext cx="3009900" cy="566569"/>
          </a:xfrm>
          <a:prstGeom xmlns:a="http://schemas.openxmlformats.org/drawingml/2006/main" prst="rect">
            <a:avLst/>
          </a:prstGeom>
        </p:spPr>
      </p:pic>
      <p:sp>
        <p:nvSpPr>
          <p:cNvPr id="8" name="Garis pemisah 2"/>
          <p:cNvSpPr>
            <a:spLocks xmlns:a="http://schemas.openxmlformats.org/drawingml/2006/main" noGrp="1"/>
          </p:cNvSpPr>
          <p:nvPr/>
        </p:nvSpPr>
        <p:spPr>
          <a:xfrm xmlns:a="http://schemas.openxmlformats.org/drawingml/2006/main">
            <a:off x="609600" y="6096000"/>
            <a:ext cx="5905500" cy="0"/>
          </a:xfrm>
          <a:prstGeom xmlns:a="http://schemas.openxmlformats.org/drawingml/2006/main" prst="line">
            <a:avLst/>
          </a:prstGeom>
          <a:noFill xmlns:a="http://schemas.openxmlformats.org/drawingml/2006/main"/>
          <a:ln xmlns:a="http://schemas.openxmlformats.org/drawingml/2006/main" w="9525">
            <a:solidFill>
              <a:srgbClr val="35485C"/>
            </a:solidFill>
          </a:ln>
        </p:spPr>
      </p:sp>
      <p:sp>
        <p:nvSpPr>
          <p:cNvPr id="9" name="Jenis rapat"/>
          <p:cNvSpPr>
            <a:spLocks xmlns:a="http://schemas.openxmlformats.org/drawingml/2006/main" noGrp="1"/>
          </p:cNvSpPr>
          <p:nvPr>
            <p:ph type="body" idx="2" hasCustomPrompt="1"/>
          </p:nvPr>
        </p:nvSpPr>
        <p:spPr>
          <a:xfrm xmlns:a="http://schemas.openxmlformats.org/drawingml/2006/main">
            <a:off x="609600" y="200025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lang="id-ID">
                <a:solidFill>
                  <a:srgbClr val="F0F1F1"/>
                </a:solidFill>
                <a:latin typeface="Space Grotesk"/>
                <a:ea typeface="Space Grotesk"/>
                <a:cs typeface="Space Grotesk"/>
              </a:defRPr>
            </a:pPr>
            <a:r>
              <a:rPr sz="1500" b="1" lang="id-ID">
                <a:solidFill>
                  <a:srgbClr val="F0F1F1"/>
                </a:solidFill>
                <a:latin typeface="Space Grotesk"/>
                <a:ea typeface="Space Grotesk"/>
                <a:cs typeface="Space Grotesk"/>
              </a:rPr>
              <a:t>[JENIS RAPAT]</a:t>
            </a:r>
          </a:p>
        </p:txBody>
      </p:sp>
      <p:sp>
        <p:nvSpPr>
          <p:cNvPr id="10" name="Judul presentasi"/>
          <p:cNvSpPr>
            <a:spLocks xmlns:a="http://schemas.openxmlformats.org/drawingml/2006/main" noGrp="1"/>
          </p:cNvSpPr>
          <p:nvPr>
            <p:ph type="title" idx="0" hasCustomPrompt="1"/>
          </p:nvPr>
        </p:nvSpPr>
        <p:spPr>
          <a:xfrm xmlns:a="http://schemas.openxmlformats.org/drawingml/2006/main">
            <a:off x="609600" y="2609850"/>
            <a:ext cx="6858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lang="id-ID">
                <a:solidFill>
                  <a:srgbClr val="F0F1F1"/>
                </a:solidFill>
                <a:latin typeface="Space Grotesk"/>
                <a:ea typeface="Space Grotesk"/>
                <a:cs typeface="Space Grotesk"/>
              </a:defRPr>
            </a:pPr>
            <a:r>
              <a:rPr sz="4800" b="1" lang="id-ID">
                <a:solidFill>
                  <a:srgbClr val="F0F1F1"/>
                </a:solidFill>
                <a:latin typeface="Space Grotesk"/>
                <a:ea typeface="Space Grotesk"/>
                <a:cs typeface="Space Grotesk"/>
              </a:rPr>
              <a:t>[Judul presentasi]</a:t>
            </a:r>
          </a:p>
          <a:p xmlns:a="http://schemas.openxmlformats.org/drawingml/2006/main">
            <a:pPr>
              <a:defRPr sz="4800" b="1" lang="id-ID">
                <a:solidFill>
                  <a:srgbClr val="F0F1F1"/>
                </a:solidFill>
                <a:latin typeface="Space Grotesk"/>
                <a:ea typeface="Space Grotesk"/>
                <a:cs typeface="Space Grotesk"/>
              </a:defRPr>
            </a:pPr>
            <a:r>
              <a:rPr sz="4800" b="1" lang="id-ID">
                <a:solidFill>
                  <a:srgbClr val="F0F1F1"/>
                </a:solidFill>
                <a:latin typeface="Space Grotesk"/>
                <a:ea typeface="Space Grotesk"/>
                <a:cs typeface="Space Grotesk"/>
              </a:rPr>
              <a:t>[Baris kedua]</a:t>
            </a:r>
          </a:p>
        </p:txBody>
      </p:sp>
      <p:sp>
        <p:nvSpPr>
          <p:cNvPr id="11" name="Nama perusahaan"/>
          <p:cNvSpPr>
            <a:spLocks xmlns:a="http://schemas.openxmlformats.org/drawingml/2006/main" noGrp="1"/>
          </p:cNvSpPr>
          <p:nvPr>
            <p:ph type="subtitle" idx="1" hasCustomPrompt="1"/>
          </p:nvPr>
        </p:nvSpPr>
        <p:spPr>
          <a:xfrm xmlns:a="http://schemas.openxmlformats.org/drawingml/2006/main">
            <a:off x="609600" y="44577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lang="id-ID">
                <a:solidFill>
                  <a:srgbClr val="F0F1F1"/>
                </a:solidFill>
                <a:latin typeface="Space Grotesk"/>
                <a:ea typeface="Space Grotesk"/>
                <a:cs typeface="Space Grotesk"/>
              </a:defRPr>
            </a:pPr>
            <a:r>
              <a:rPr sz="2100" b="0" lang="id-ID">
                <a:solidFill>
                  <a:srgbClr val="F0F1F1"/>
                </a:solidFill>
                <a:latin typeface="Space Grotesk"/>
                <a:ea typeface="Space Grotesk"/>
                <a:cs typeface="Space Grotesk"/>
              </a:rPr>
              <a:t>PT Jakarta Utilitas Propertindo</a:t>
            </a:r>
          </a:p>
        </p:txBody>
      </p:sp>
      <p:sp>
        <p:nvSpPr>
          <p:cNvPr id="12" name="Unit dan tanggal"/>
          <p:cNvSpPr>
            <a:spLocks xmlns:a="http://schemas.openxmlformats.org/drawingml/2006/main" noGrp="1"/>
          </p:cNvSpPr>
          <p:nvPr>
            <p:ph type="body" idx="3" hasCustomPrompt="1"/>
          </p:nvPr>
        </p:nvSpPr>
        <p:spPr>
          <a:xfrm xmlns:a="http://schemas.openxmlformats.org/drawingml/2006/main">
            <a:off x="609600" y="505777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F0F1F1"/>
                </a:solidFill>
                <a:latin typeface="Space Grotesk"/>
                <a:ea typeface="Space Grotesk"/>
                <a:cs typeface="Space Grotesk"/>
              </a:defRPr>
            </a:pPr>
            <a:r>
              <a:rPr sz="1650" b="0" lang="id-ID">
                <a:solidFill>
                  <a:srgbClr val="F0F1F1"/>
                </a:solidFill>
                <a:latin typeface="Space Grotesk"/>
                <a:ea typeface="Space Grotesk"/>
                <a:cs typeface="Space Grotesk"/>
              </a:rPr>
              <a:t>[Unit kerja]   [Tanggal presentasi]</a:t>
            </a:r>
          </a:p>
        </p:txBody>
      </p:sp>
      <p:sp>
        <p:nvSpPr>
          <p:cNvPr id="13" name="Kontak ig">
            <ns0:hlinkClick xmlns:ns0="http://schemas.openxmlformats.org/drawingml/2006/main" xmlns:ns1="http://schemas.openxmlformats.org/officeDocument/2006/relationships" ns1:id="rIdJupContact1"/>
          </p:cNvPr>
          <p:cNvSpPr>
            <a:spLocks xmlns:a="http://schemas.openxmlformats.org/drawingml/2006/main" noGrp="1"/>
          </p:cNvSpPr>
          <p:nvPr>
            <p:ph type="body" idx="90" hasCustomPrompt="1"/>
          </p:nvPr>
        </p:nvSpPr>
        <p:spPr>
          <a:xfrm xmlns:a="http://schemas.openxmlformats.org/drawingml/2006/main">
            <a:off x="952500" y="5838825"/>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@jakartautilitas</a:t>
            </a:r>
          </a:p>
        </p:txBody>
      </p:sp>
      <p:sp>
        <p:nvSpPr>
          <p:cNvPr id="14" name="Kontak web">
            <ns0:hlinkClick xmlns:ns0="http://schemas.openxmlformats.org/drawingml/2006/main" xmlns:ns1="http://schemas.openxmlformats.org/officeDocument/2006/relationships" ns1:id="rIdJupContact2"/>
          </p:cNvPr>
          <p:cNvSpPr>
            <a:spLocks xmlns:a="http://schemas.openxmlformats.org/drawingml/2006/main" noGrp="1"/>
          </p:cNvSpPr>
          <p:nvPr>
            <p:ph type="body" idx="91" hasCustomPrompt="1"/>
          </p:nvPr>
        </p:nvSpPr>
        <p:spPr>
          <a:xfrm xmlns:a="http://schemas.openxmlformats.org/drawingml/2006/main">
            <a:off x="3771900" y="58388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www.jup.co.id</a:t>
            </a:r>
          </a:p>
        </p:txBody>
      </p:sp>
      <p:sp>
        <p:nvSpPr>
          <p:cNvPr id="15" name="Klasifikasi dokumen"/>
          <p:cNvSpPr>
            <a:spLocks xmlns:a="http://schemas.openxmlformats.org/drawingml/2006/main" noGrp="1"/>
          </p:cNvSpPr>
          <p:nvPr>
            <p:ph type="body" idx="98" hasCustomPrompt="1"/>
          </p:nvPr>
        </p:nvSpPr>
        <p:spPr>
          <a:xfrm xmlns:a="http://schemas.openxmlformats.org/drawingml/2006/main">
            <a:off x="609600" y="63150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F0F1F1"/>
                </a:solidFill>
                <a:latin typeface="Space Grotesk"/>
                <a:ea typeface="Space Grotesk"/>
                <a:cs typeface="Space Grotesk"/>
              </a:defRPr>
            </a:pPr>
            <a:r>
              <a:rPr sz="1200" b="0" lang="id-ID">
                <a:solidFill>
                  <a:srgbClr val="F0F1F1"/>
                </a:solidFill>
                <a:latin typeface="Space Grotesk"/>
                <a:ea typeface="Space Grotesk"/>
                <a:cs typeface="Space Grotesk"/>
              </a:rPr>
              <a:t>[Klasifikasi dokumen]</a:t>
            </a:r>
          </a:p>
        </p:txBody>
      </p:sp>
    </p:spTree>
  </p:cSld>
</p:sldLayout>
</file>

<file path=ppt/slideLayouts/slideLayout4.xml><?xml version="1.0" encoding="utf-8"?>
<p:sldLayout xmlns:p="http://schemas.openxmlformats.org/presentationml/2006/main" type="cust" preserve="1" showMasterSp="1">
  <p:cSld name="03 Agenda">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57ebf0f6203340e3">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51ca383886d44f04"/>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3"/>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4"/>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5"/>
          <p:cNvSpPr>
            <a:spLocks xmlns:a="http://schemas.openxmlformats.org/drawingml/2006/main" noGrp="1"/>
          </p:cNvSpPr>
          <p:nvPr/>
        </p:nvSpPr>
        <p:spPr>
          <a:xfrm xmlns:a="http://schemas.openxmlformats.org/drawingml/2006/main">
            <a:off x="1676400" y="3038475"/>
            <a:ext cx="99060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9" name="Garis pemisah 6"/>
          <p:cNvSpPr>
            <a:spLocks xmlns:a="http://schemas.openxmlformats.org/drawingml/2006/main" noGrp="1"/>
          </p:cNvSpPr>
          <p:nvPr/>
        </p:nvSpPr>
        <p:spPr>
          <a:xfrm xmlns:a="http://schemas.openxmlformats.org/drawingml/2006/main">
            <a:off x="1676400" y="3838575"/>
            <a:ext cx="99060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7"/>
          <p:cNvSpPr>
            <a:spLocks xmlns:a="http://schemas.openxmlformats.org/drawingml/2006/main" noGrp="1"/>
          </p:cNvSpPr>
          <p:nvPr/>
        </p:nvSpPr>
        <p:spPr>
          <a:xfrm xmlns:a="http://schemas.openxmlformats.org/drawingml/2006/main">
            <a:off x="1676400" y="4638675"/>
            <a:ext cx="99060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Garis pemisah 8"/>
          <p:cNvSpPr>
            <a:spLocks xmlns:a="http://schemas.openxmlformats.org/drawingml/2006/main" noGrp="1"/>
          </p:cNvSpPr>
          <p:nvPr/>
        </p:nvSpPr>
        <p:spPr>
          <a:xfrm xmlns:a="http://schemas.openxmlformats.org/drawingml/2006/main">
            <a:off x="1676400" y="5438775"/>
            <a:ext cx="99060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PEMBAHASAN</a:t>
            </a:r>
          </a:p>
        </p:txBody>
      </p:sp>
      <p:sp>
        <p:nvSpPr>
          <p:cNvPr id="13"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5"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40F64542-D874-4FD8-BC4C-D345FA0050F8}" type="slidenum">
              <a:rPr sz="1200" b="0" lang="id-ID">
                <a:solidFill>
                  <a:srgbClr val="536679"/>
                </a:solidFill>
                <a:latin typeface="Space Grotesk"/>
                <a:ea typeface="Space Grotesk"/>
                <a:cs typeface="Space Grotesk"/>
              </a:rPr>
              <a:t>3</a:t>
            </a:fld>
          </a:p>
        </p:txBody>
      </p:sp>
      <p:sp>
        <p:nvSpPr>
          <p:cNvPr id="16"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Agenda pembahasan</a:t>
            </a:r>
          </a:p>
        </p:txBody>
      </p:sp>
      <p:sp>
        <p:nvSpPr>
          <p:cNvPr id="17" name="Isian 3"/>
          <p:cNvSpPr>
            <a:spLocks xmlns:a="http://schemas.openxmlformats.org/drawingml/2006/main" noGrp="1"/>
          </p:cNvSpPr>
          <p:nvPr>
            <p:ph type="body" idx="3" hasCustomPrompt="1"/>
          </p:nvPr>
        </p:nvSpPr>
        <p:spPr>
          <a:xfrm xmlns:a="http://schemas.openxmlformats.org/drawingml/2006/main">
            <a:off x="609600" y="24193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04999"/>
                </a:solidFill>
                <a:latin typeface="Space Grotesk"/>
                <a:ea typeface="Space Grotesk"/>
                <a:cs typeface="Space Grotesk"/>
              </a:defRPr>
            </a:pPr>
            <a:r>
              <a:rPr sz="2700" b="1" lang="id-ID">
                <a:solidFill>
                  <a:srgbClr val="004999"/>
                </a:solidFill>
                <a:latin typeface="Space Grotesk"/>
                <a:ea typeface="Space Grotesk"/>
                <a:cs typeface="Space Grotesk"/>
              </a:rPr>
              <a:t>01</a:t>
            </a:r>
          </a:p>
        </p:txBody>
      </p:sp>
      <p:sp>
        <p:nvSpPr>
          <p:cNvPr id="18" name="Isian 4"/>
          <p:cNvSpPr>
            <a:spLocks xmlns:a="http://schemas.openxmlformats.org/drawingml/2006/main" noGrp="1"/>
          </p:cNvSpPr>
          <p:nvPr>
            <p:ph type="body" idx="4" hasCustomPrompt="1"/>
          </p:nvPr>
        </p:nvSpPr>
        <p:spPr>
          <a:xfrm xmlns:a="http://schemas.openxmlformats.org/drawingml/2006/main">
            <a:off x="1676400" y="245745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011627"/>
                </a:solidFill>
                <a:latin typeface="Space Grotesk"/>
                <a:ea typeface="Space Grotesk"/>
                <a:cs typeface="Space Grotesk"/>
              </a:defRPr>
            </a:pPr>
            <a:r>
              <a:rPr sz="2250" b="0" lang="id-ID">
                <a:solidFill>
                  <a:srgbClr val="011627"/>
                </a:solidFill>
                <a:latin typeface="Space Grotesk"/>
                <a:ea typeface="Space Grotesk"/>
                <a:cs typeface="Space Grotesk"/>
              </a:rPr>
              <a:t>[Konteks dan tujuan]</a:t>
            </a:r>
          </a:p>
        </p:txBody>
      </p:sp>
      <p:sp>
        <p:nvSpPr>
          <p:cNvPr id="19" name="Isian 5"/>
          <p:cNvSpPr>
            <a:spLocks xmlns:a="http://schemas.openxmlformats.org/drawingml/2006/main" noGrp="1"/>
          </p:cNvSpPr>
          <p:nvPr>
            <p:ph type="body" idx="5" hasCustomPrompt="1"/>
          </p:nvPr>
        </p:nvSpPr>
        <p:spPr>
          <a:xfrm xmlns:a="http://schemas.openxmlformats.org/drawingml/2006/main">
            <a:off x="609600" y="32194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04999"/>
                </a:solidFill>
                <a:latin typeface="Space Grotesk"/>
                <a:ea typeface="Space Grotesk"/>
                <a:cs typeface="Space Grotesk"/>
              </a:defRPr>
            </a:pPr>
            <a:r>
              <a:rPr sz="2700" b="1" lang="id-ID">
                <a:solidFill>
                  <a:srgbClr val="004999"/>
                </a:solidFill>
                <a:latin typeface="Space Grotesk"/>
                <a:ea typeface="Space Grotesk"/>
                <a:cs typeface="Space Grotesk"/>
              </a:rPr>
              <a:t>02</a:t>
            </a:r>
          </a:p>
        </p:txBody>
      </p:sp>
      <p:sp>
        <p:nvSpPr>
          <p:cNvPr id="20" name="Isian 6"/>
          <p:cNvSpPr>
            <a:spLocks xmlns:a="http://schemas.openxmlformats.org/drawingml/2006/main" noGrp="1"/>
          </p:cNvSpPr>
          <p:nvPr>
            <p:ph type="body" idx="6" hasCustomPrompt="1"/>
          </p:nvPr>
        </p:nvSpPr>
        <p:spPr>
          <a:xfrm xmlns:a="http://schemas.openxmlformats.org/drawingml/2006/main">
            <a:off x="1676400" y="325755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011627"/>
                </a:solidFill>
                <a:latin typeface="Space Grotesk"/>
                <a:ea typeface="Space Grotesk"/>
                <a:cs typeface="Space Grotesk"/>
              </a:defRPr>
            </a:pPr>
            <a:r>
              <a:rPr sz="2250" b="0" lang="id-ID">
                <a:solidFill>
                  <a:srgbClr val="011627"/>
                </a:solidFill>
                <a:latin typeface="Space Grotesk"/>
                <a:ea typeface="Space Grotesk"/>
                <a:cs typeface="Space Grotesk"/>
              </a:rPr>
              <a:t>[Kinerja dan temuan]</a:t>
            </a:r>
          </a:p>
        </p:txBody>
      </p:sp>
      <p:sp>
        <p:nvSpPr>
          <p:cNvPr id="21" name="Isian 7"/>
          <p:cNvSpPr>
            <a:spLocks xmlns:a="http://schemas.openxmlformats.org/drawingml/2006/main" noGrp="1"/>
          </p:cNvSpPr>
          <p:nvPr>
            <p:ph type="body" idx="7" hasCustomPrompt="1"/>
          </p:nvPr>
        </p:nvSpPr>
        <p:spPr>
          <a:xfrm xmlns:a="http://schemas.openxmlformats.org/drawingml/2006/main">
            <a:off x="609600" y="40195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04999"/>
                </a:solidFill>
                <a:latin typeface="Space Grotesk"/>
                <a:ea typeface="Space Grotesk"/>
                <a:cs typeface="Space Grotesk"/>
              </a:defRPr>
            </a:pPr>
            <a:r>
              <a:rPr sz="2700" b="1" lang="id-ID">
                <a:solidFill>
                  <a:srgbClr val="004999"/>
                </a:solidFill>
                <a:latin typeface="Space Grotesk"/>
                <a:ea typeface="Space Grotesk"/>
                <a:cs typeface="Space Grotesk"/>
              </a:rPr>
              <a:t>03</a:t>
            </a:r>
          </a:p>
        </p:txBody>
      </p:sp>
      <p:sp>
        <p:nvSpPr>
          <p:cNvPr id="22" name="Isian 8"/>
          <p:cNvSpPr>
            <a:spLocks xmlns:a="http://schemas.openxmlformats.org/drawingml/2006/main" noGrp="1"/>
          </p:cNvSpPr>
          <p:nvPr>
            <p:ph type="body" idx="8" hasCustomPrompt="1"/>
          </p:nvPr>
        </p:nvSpPr>
        <p:spPr>
          <a:xfrm xmlns:a="http://schemas.openxmlformats.org/drawingml/2006/main">
            <a:off x="1676400" y="405765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011627"/>
                </a:solidFill>
                <a:latin typeface="Space Grotesk"/>
                <a:ea typeface="Space Grotesk"/>
                <a:cs typeface="Space Grotesk"/>
              </a:defRPr>
            </a:pPr>
            <a:r>
              <a:rPr sz="2250" b="0" lang="id-ID">
                <a:solidFill>
                  <a:srgbClr val="011627"/>
                </a:solidFill>
                <a:latin typeface="Space Grotesk"/>
                <a:ea typeface="Space Grotesk"/>
                <a:cs typeface="Space Grotesk"/>
              </a:rPr>
              <a:t>[Rencana pelaksanaan]</a:t>
            </a:r>
          </a:p>
        </p:txBody>
      </p:sp>
      <p:sp>
        <p:nvSpPr>
          <p:cNvPr id="23" name="Isian 9"/>
          <p:cNvSpPr>
            <a:spLocks xmlns:a="http://schemas.openxmlformats.org/drawingml/2006/main" noGrp="1"/>
          </p:cNvSpPr>
          <p:nvPr>
            <p:ph type="body" idx="9" hasCustomPrompt="1"/>
          </p:nvPr>
        </p:nvSpPr>
        <p:spPr>
          <a:xfrm xmlns:a="http://schemas.openxmlformats.org/drawingml/2006/main">
            <a:off x="609600" y="48196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04999"/>
                </a:solidFill>
                <a:latin typeface="Space Grotesk"/>
                <a:ea typeface="Space Grotesk"/>
                <a:cs typeface="Space Grotesk"/>
              </a:defRPr>
            </a:pPr>
            <a:r>
              <a:rPr sz="2700" b="1" lang="id-ID">
                <a:solidFill>
                  <a:srgbClr val="004999"/>
                </a:solidFill>
                <a:latin typeface="Space Grotesk"/>
                <a:ea typeface="Space Grotesk"/>
                <a:cs typeface="Space Grotesk"/>
              </a:rPr>
              <a:t>04</a:t>
            </a:r>
          </a:p>
        </p:txBody>
      </p:sp>
      <p:sp>
        <p:nvSpPr>
          <p:cNvPr id="24" name="Isian 10"/>
          <p:cNvSpPr>
            <a:spLocks xmlns:a="http://schemas.openxmlformats.org/drawingml/2006/main" noGrp="1"/>
          </p:cNvSpPr>
          <p:nvPr>
            <p:ph type="body" idx="10" hasCustomPrompt="1"/>
          </p:nvPr>
        </p:nvSpPr>
        <p:spPr>
          <a:xfrm xmlns:a="http://schemas.openxmlformats.org/drawingml/2006/main">
            <a:off x="1676400" y="485775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011627"/>
                </a:solidFill>
                <a:latin typeface="Space Grotesk"/>
                <a:ea typeface="Space Grotesk"/>
                <a:cs typeface="Space Grotesk"/>
              </a:defRPr>
            </a:pPr>
            <a:r>
              <a:rPr sz="2250" b="0" lang="id-ID">
                <a:solidFill>
                  <a:srgbClr val="011627"/>
                </a:solidFill>
                <a:latin typeface="Space Grotesk"/>
                <a:ea typeface="Space Grotesk"/>
                <a:cs typeface="Space Grotesk"/>
              </a:rPr>
              <a:t>[Keputusan yang diperlukan]</a:t>
            </a:r>
          </a:p>
        </p:txBody>
      </p:sp>
    </p:spTree>
  </p:cSld>
</p:sldLayout>
</file>

<file path=ppt/slideLayouts/slideLayout5.xml><?xml version="1.0" encoding="utf-8"?>
<p:sldLayout xmlns:p="http://schemas.openxmlformats.org/presentationml/2006/main" type="cust" preserve="1" showMasterSp="1">
  <p:cSld name="04 Ringkasan eksekutif">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18f9a8e501dc46e4">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77720e1e5cfa4e75"/>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9"/>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10"/>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11"/>
          <p:cNvSpPr>
            <a:spLocks xmlns:a="http://schemas.openxmlformats.org/drawingml/2006/main" noGrp="1"/>
          </p:cNvSpPr>
          <p:nvPr/>
        </p:nvSpPr>
        <p:spPr>
          <a:xfrm xmlns:a="http://schemas.openxmlformats.org/drawingml/2006/main">
            <a:off x="1524000" y="3467100"/>
            <a:ext cx="10058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9" name="Garis pemisah 12"/>
          <p:cNvSpPr>
            <a:spLocks xmlns:a="http://schemas.openxmlformats.org/drawingml/2006/main" noGrp="1"/>
          </p:cNvSpPr>
          <p:nvPr/>
        </p:nvSpPr>
        <p:spPr>
          <a:xfrm xmlns:a="http://schemas.openxmlformats.org/drawingml/2006/main">
            <a:off x="1524000" y="4286250"/>
            <a:ext cx="10058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13"/>
          <p:cNvSpPr>
            <a:spLocks xmlns:a="http://schemas.openxmlformats.org/drawingml/2006/main" noGrp="1"/>
          </p:cNvSpPr>
          <p:nvPr/>
        </p:nvSpPr>
        <p:spPr>
          <a:xfrm xmlns:a="http://schemas.openxmlformats.org/drawingml/2006/main">
            <a:off x="1524000" y="5105400"/>
            <a:ext cx="10058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RINGKASAN</a:t>
            </a:r>
          </a:p>
        </p:txBody>
      </p:sp>
      <p:sp>
        <p:nvSpPr>
          <p:cNvPr id="12"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3"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4"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E2402C0B-A166-4054-8891-0D1745CB7E0C}" type="slidenum">
              <a:rPr sz="1200" b="0" lang="id-ID">
                <a:solidFill>
                  <a:srgbClr val="536679"/>
                </a:solidFill>
                <a:latin typeface="Space Grotesk"/>
                <a:ea typeface="Space Grotesk"/>
                <a:cs typeface="Space Grotesk"/>
              </a:rPr>
              <a:t>4</a:t>
            </a:fld>
          </a:p>
        </p:txBody>
      </p:sp>
      <p:sp>
        <p:nvSpPr>
          <p:cNvPr id="15"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Ringkasan eksekutif</a:t>
            </a:r>
          </a:p>
        </p:txBody>
      </p:sp>
      <p:sp>
        <p:nvSpPr>
          <p:cNvPr id="16"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[Ringkasan kondisi terkini dan dampaknya bagi perusahaan]</a:t>
            </a:r>
          </a:p>
        </p:txBody>
      </p:sp>
      <p:sp>
        <p:nvSpPr>
          <p:cNvPr id="17" name="Isian 3"/>
          <p:cNvSpPr>
            <a:spLocks xmlns:a="http://schemas.openxmlformats.org/drawingml/2006/main" noGrp="1"/>
          </p:cNvSpPr>
          <p:nvPr>
            <p:ph type="body" idx="3" hasCustomPrompt="1"/>
          </p:nvPr>
        </p:nvSpPr>
        <p:spPr>
          <a:xfrm xmlns:a="http://schemas.openxmlformats.org/drawingml/2006/main">
            <a:off x="609600" y="280035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01</a:t>
            </a:r>
          </a:p>
        </p:txBody>
      </p:sp>
      <p:sp>
        <p:nvSpPr>
          <p:cNvPr id="18" name="Isian 4"/>
          <p:cNvSpPr>
            <a:spLocks xmlns:a="http://schemas.openxmlformats.org/drawingml/2006/main" noGrp="1"/>
          </p:cNvSpPr>
          <p:nvPr>
            <p:ph type="body" idx="4" hasCustomPrompt="1"/>
          </p:nvPr>
        </p:nvSpPr>
        <p:spPr>
          <a:xfrm xmlns:a="http://schemas.openxmlformats.org/drawingml/2006/main">
            <a:off x="1524000" y="2800350"/>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Kondisi terkini</a:t>
            </a:r>
          </a:p>
        </p:txBody>
      </p:sp>
      <p:sp>
        <p:nvSpPr>
          <p:cNvPr id="19" name="Isian 5"/>
          <p:cNvSpPr>
            <a:spLocks xmlns:a="http://schemas.openxmlformats.org/drawingml/2006/main" noGrp="1"/>
          </p:cNvSpPr>
          <p:nvPr>
            <p:ph type="body" idx="5" hasCustomPrompt="1"/>
          </p:nvPr>
        </p:nvSpPr>
        <p:spPr>
          <a:xfrm xmlns:a="http://schemas.openxmlformats.org/drawingml/2006/main">
            <a:off x="4572000" y="2800350"/>
            <a:ext cx="701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[Fakta utama dan bukti pendukung]</a:t>
            </a:r>
          </a:p>
        </p:txBody>
      </p:sp>
      <p:sp>
        <p:nvSpPr>
          <p:cNvPr id="20" name="Isian 6"/>
          <p:cNvSpPr>
            <a:spLocks xmlns:a="http://schemas.openxmlformats.org/drawingml/2006/main" noGrp="1"/>
          </p:cNvSpPr>
          <p:nvPr>
            <p:ph type="body" idx="6" hasCustomPrompt="1"/>
          </p:nvPr>
        </p:nvSpPr>
        <p:spPr>
          <a:xfrm xmlns:a="http://schemas.openxmlformats.org/drawingml/2006/main">
            <a:off x="609600" y="361950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02</a:t>
            </a:r>
          </a:p>
        </p:txBody>
      </p:sp>
      <p:sp>
        <p:nvSpPr>
          <p:cNvPr id="21" name="Isian 7"/>
          <p:cNvSpPr>
            <a:spLocks xmlns:a="http://schemas.openxmlformats.org/drawingml/2006/main" noGrp="1"/>
          </p:cNvSpPr>
          <p:nvPr>
            <p:ph type="body" idx="7" hasCustomPrompt="1"/>
          </p:nvPr>
        </p:nvSpPr>
        <p:spPr>
          <a:xfrm xmlns:a="http://schemas.openxmlformats.org/drawingml/2006/main">
            <a:off x="1524000" y="3619500"/>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Dampak bisnis</a:t>
            </a:r>
          </a:p>
        </p:txBody>
      </p:sp>
      <p:sp>
        <p:nvSpPr>
          <p:cNvPr id="22" name="Isian 8"/>
          <p:cNvSpPr>
            <a:spLocks xmlns:a="http://schemas.openxmlformats.org/drawingml/2006/main" noGrp="1"/>
          </p:cNvSpPr>
          <p:nvPr>
            <p:ph type="body" idx="8" hasCustomPrompt="1"/>
          </p:nvPr>
        </p:nvSpPr>
        <p:spPr>
          <a:xfrm xmlns:a="http://schemas.openxmlformats.org/drawingml/2006/main">
            <a:off x="4572000" y="3619500"/>
            <a:ext cx="701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[Dampak terhadap layanan, keuangan, atau pencapaian target]</a:t>
            </a:r>
          </a:p>
        </p:txBody>
      </p:sp>
      <p:sp>
        <p:nvSpPr>
          <p:cNvPr id="23" name="Isian 9"/>
          <p:cNvSpPr>
            <a:spLocks xmlns:a="http://schemas.openxmlformats.org/drawingml/2006/main" noGrp="1"/>
          </p:cNvSpPr>
          <p:nvPr>
            <p:ph type="body" idx="9" hasCustomPrompt="1"/>
          </p:nvPr>
        </p:nvSpPr>
        <p:spPr>
          <a:xfrm xmlns:a="http://schemas.openxmlformats.org/drawingml/2006/main">
            <a:off x="609600" y="443865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03</a:t>
            </a:r>
          </a:p>
        </p:txBody>
      </p:sp>
      <p:sp>
        <p:nvSpPr>
          <p:cNvPr id="24" name="Isian 10"/>
          <p:cNvSpPr>
            <a:spLocks xmlns:a="http://schemas.openxmlformats.org/drawingml/2006/main" noGrp="1"/>
          </p:cNvSpPr>
          <p:nvPr>
            <p:ph type="body" idx="10" hasCustomPrompt="1"/>
          </p:nvPr>
        </p:nvSpPr>
        <p:spPr>
          <a:xfrm xmlns:a="http://schemas.openxmlformats.org/drawingml/2006/main">
            <a:off x="1524000" y="4438650"/>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Prioritas tindakan</a:t>
            </a:r>
          </a:p>
        </p:txBody>
      </p:sp>
      <p:sp>
        <p:nvSpPr>
          <p:cNvPr id="25" name="Isian 11"/>
          <p:cNvSpPr>
            <a:spLocks xmlns:a="http://schemas.openxmlformats.org/drawingml/2006/main" noGrp="1"/>
          </p:cNvSpPr>
          <p:nvPr>
            <p:ph type="body" idx="11" hasCustomPrompt="1"/>
          </p:nvPr>
        </p:nvSpPr>
        <p:spPr>
          <a:xfrm xmlns:a="http://schemas.openxmlformats.org/drawingml/2006/main">
            <a:off x="4572000" y="4438650"/>
            <a:ext cx="701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[Tindakan, penanggung jawab, dan batas waktu]</a:t>
            </a:r>
          </a:p>
        </p:txBody>
      </p:sp>
      <p:sp>
        <p:nvSpPr>
          <p:cNvPr id="26"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[dokumen atau sistem]. Periode: [bulan tahun].</a:t>
            </a:r>
          </a:p>
        </p:txBody>
      </p:sp>
    </p:spTree>
  </p:cSld>
</p:sldLayout>
</file>

<file path=ppt/slideLayouts/slideLayout6.xml><?xml version="1.0" encoding="utf-8"?>
<p:sldLayout xmlns:p="http://schemas.openxmlformats.org/presentationml/2006/main" type="cust" preserve="1" showMasterSp="1">
  <p:cSld name="05 Pembatas bagian">
    <p:bg>
      <p:bgPr>
        <a:solidFill xmlns:a="http://schemas.openxmlformats.org/drawingml/2006/main">
          <a:srgbClr val="011627"/>
        </a:solidFill>
      </p:bgPr>
    </p:bg>
    <p:spTree>
      <p:nvGrpSpPr>
        <p:cNvPr id="1" name=""/>
        <p:cNvGrpSpPr/>
        <p:nvPr/>
      </p:nvGrpSpPr>
      <p:grpSpPr>
        <a:xfrm xmlns:a="http://schemas.openxmlformats.org/drawingml/2006/main"/>
      </p:grpSpPr>
      <p:pic>
        <p:nvPicPr>
          <p:cNvPr id="2" name="" descr="Motif garis JUP asli — sampul"/>
          <p:cNvPicPr>
            <a:picLocks xmlns:a="http://schemas.openxmlformats.org/drawingml/2006/main" noChangeAspect="1"/>
          </p:cNvPicPr>
          <p:nvPr/>
        </p:nvPicPr>
        <p:blipFill>
          <a:blip xmlns:r="http://schemas.openxmlformats.org/officeDocument/2006/relationships" xmlns:a="http://schemas.openxmlformats.org/drawingml/2006/main" r:embed="Ra0c79194436b4221">
            <a:duotone>
              <a:srgbClr val="FFFFFF"/>
              <a:srgbClr val="FFFFFF"/>
            </a:duotone>
          </a:blip>
          <ns0:srcRect xmlns:ns0="http://schemas.openxmlformats.org/drawingml/2006/main" l="61198" t="21833" r="10195" b="18704"/>
          <a:stretch xmlns:a="http://schemas.openxmlformats.org/drawingml/2006/main"/>
        </p:blipFill>
        <p:spPr>
          <a:xfrm xmlns:a="http://schemas.openxmlformats.org/drawingml/2006/main">
            <a:off x="7239000" y="0"/>
            <a:ext cx="4953000" cy="5791200"/>
          </a:xfrm>
          <a:prstGeom xmlns:a="http://schemas.openxmlformats.org/drawingml/2006/main" prst="rect">
            <a:avLst/>
          </a:prstGeom>
        </p:spPr>
      </p:pic>
      <p:sp>
        <p:nvSpPr>
          <p:cNvPr id="3" name="Bidang putih logo JUP"/>
          <p:cNvSpPr>
            <a:spLocks xmlns:a="http://schemas.openxmlformats.org/drawingml/2006/main" noGrp="1"/>
          </p:cNvSpPr>
          <p:nvPr/>
        </p:nvSpPr>
        <p:spPr>
          <a:xfrm xmlns:a="http://schemas.openxmlformats.org/drawingml/2006/main">
            <a:off x="647700" y="400050"/>
            <a:ext cx="3048000" cy="102839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Dark.png dari pengguna; proporsi dan berkas gambar asli dipertahankan"/>
          <p:cNvPicPr>
            <a:picLocks xmlns:a="http://schemas.openxmlformats.org/drawingml/2006/main" noChangeAspect="1"/>
          </p:cNvPicPr>
          <p:nvPr/>
        </p:nvPicPr>
        <p:blipFill>
          <a:blip xmlns:r="http://schemas.openxmlformats.org/officeDocument/2006/relationships" xmlns:a="http://schemas.openxmlformats.org/drawingml/2006/main" r:embed="rIdJupDarkLogo"/>
          <a:stretch xmlns:a="http://schemas.openxmlformats.org/drawingml/2006/main"/>
        </p:blipFill>
        <p:spPr>
          <a:xfrm xmlns:a="http://schemas.openxmlformats.org/drawingml/2006/main">
            <a:off x="647700" y="400050"/>
            <a:ext cx="3048000" cy="1028390"/>
          </a:xfrm>
          <a:prstGeom xmlns:a="http://schemas.openxmlformats.org/drawingml/2006/main" prst="rect">
            <a:avLst/>
          </a:prstGeom>
        </p:spPr>
      </p:pic>
      <p:pic>
        <p:nvPicPr>
          <p:cNvPr id="5"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10be7c8ef2554b00"/>
          <a:stretch xmlns:a="http://schemas.openxmlformats.org/drawingml/2006/main"/>
        </p:blipFill>
        <p:spPr>
          <a:xfrm xmlns:a="http://schemas.openxmlformats.org/drawingml/2006/main">
            <a:off x="7810500" y="5488361"/>
            <a:ext cx="4381500" cy="824753"/>
          </a:xfrm>
          <a:prstGeom xmlns:a="http://schemas.openxmlformats.org/drawingml/2006/main" prst="rect">
            <a:avLst/>
          </a:prstGeom>
        </p:spPr>
      </p:pic>
      <p:sp>
        <p:nvSpPr>
          <p:cNvPr id="6" name="Nomor bagian"/>
          <p:cNvSpPr>
            <a:spLocks xmlns:a="http://schemas.openxmlformats.org/drawingml/2006/main" noGrp="1"/>
          </p:cNvSpPr>
          <p:nvPr>
            <p:ph type="body" idx="2" hasCustomPrompt="1"/>
          </p:nvPr>
        </p:nvSpPr>
        <p:spPr>
          <a:xfrm xmlns:a="http://schemas.openxmlformats.org/drawingml/2006/main">
            <a:off x="609600" y="2000250"/>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lang="id-ID">
                <a:solidFill>
                  <a:srgbClr val="00A550"/>
                </a:solidFill>
                <a:latin typeface="Space Grotesk"/>
                <a:ea typeface="Space Grotesk"/>
                <a:cs typeface="Space Grotesk"/>
              </a:defRPr>
            </a:pPr>
            <a:r>
              <a:rPr sz="5700" b="1" lang="id-ID">
                <a:solidFill>
                  <a:srgbClr val="00A550"/>
                </a:solidFill>
                <a:latin typeface="Space Grotesk"/>
                <a:ea typeface="Space Grotesk"/>
                <a:cs typeface="Space Grotesk"/>
              </a:rPr>
              <a:t>01</a:t>
            </a:r>
          </a:p>
        </p:txBody>
      </p:sp>
      <p:sp>
        <p:nvSpPr>
          <p:cNvPr id="7" name="Nama bagian"/>
          <p:cNvSpPr>
            <a:spLocks xmlns:a="http://schemas.openxmlformats.org/drawingml/2006/main" noGrp="1"/>
          </p:cNvSpPr>
          <p:nvPr>
            <p:ph type="title" idx="0" hasCustomPrompt="1"/>
          </p:nvPr>
        </p:nvSpPr>
        <p:spPr>
          <a:xfrm xmlns:a="http://schemas.openxmlformats.org/drawingml/2006/main">
            <a:off x="609600" y="3162300"/>
            <a:ext cx="685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lang="id-ID">
                <a:solidFill>
                  <a:srgbClr val="F0F1F1"/>
                </a:solidFill>
                <a:latin typeface="Space Grotesk"/>
                <a:ea typeface="Space Grotesk"/>
                <a:cs typeface="Space Grotesk"/>
              </a:defRPr>
            </a:pPr>
            <a:r>
              <a:rPr sz="4500" b="1" lang="id-ID">
                <a:solidFill>
                  <a:srgbClr val="F0F1F1"/>
                </a:solidFill>
                <a:latin typeface="Space Grotesk"/>
                <a:ea typeface="Space Grotesk"/>
                <a:cs typeface="Space Grotesk"/>
              </a:rPr>
              <a:t>[Nama bagian]</a:t>
            </a:r>
          </a:p>
        </p:txBody>
      </p:sp>
      <p:sp>
        <p:nvSpPr>
          <p:cNvPr id="8" name="Cakupan bagian"/>
          <p:cNvSpPr>
            <a:spLocks xmlns:a="http://schemas.openxmlformats.org/drawingml/2006/main" noGrp="1"/>
          </p:cNvSpPr>
          <p:nvPr>
            <p:ph type="subtitle" idx="1" hasCustomPrompt="1"/>
          </p:nvPr>
        </p:nvSpPr>
        <p:spPr>
          <a:xfrm xmlns:a="http://schemas.openxmlformats.org/drawingml/2006/main">
            <a:off x="609600" y="4400550"/>
            <a:ext cx="685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lang="id-ID">
                <a:solidFill>
                  <a:srgbClr val="F0F1F1"/>
                </a:solidFill>
                <a:latin typeface="Space Grotesk"/>
                <a:ea typeface="Space Grotesk"/>
                <a:cs typeface="Space Grotesk"/>
              </a:defRPr>
            </a:pPr>
            <a:r>
              <a:rPr sz="2100" b="0" lang="id-ID">
                <a:solidFill>
                  <a:srgbClr val="F0F1F1"/>
                </a:solidFill>
                <a:latin typeface="Space Grotesk"/>
                <a:ea typeface="Space Grotesk"/>
                <a:cs typeface="Space Grotesk"/>
              </a:rPr>
              <a:t>[Cakupan pembahasan dalam satu kalimat]</a:t>
            </a:r>
          </a:p>
        </p:txBody>
      </p:sp>
    </p:spTree>
  </p:cSld>
</p:sldLayout>
</file>

<file path=ppt/slideLayouts/slideLayout7.xml><?xml version="1.0" encoding="utf-8"?>
<p:sldLayout xmlns:p="http://schemas.openxmlformats.org/presentationml/2006/main" type="cust" preserve="1" showMasterSp="1">
  <p:cSld name="06 Judul dan uraian">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9079da9c87db4fd4">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e807f79faafb4d38"/>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14"/>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15"/>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16"/>
          <p:cNvSpPr>
            <a:spLocks xmlns:a="http://schemas.openxmlformats.org/drawingml/2006/main" noGrp="1"/>
          </p:cNvSpPr>
          <p:nvPr/>
        </p:nvSpPr>
        <p:spPr>
          <a:xfrm xmlns:a="http://schemas.openxmlformats.org/drawingml/2006/main">
            <a:off x="7239000" y="2857500"/>
            <a:ext cx="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9"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KONTEKS</a:t>
            </a:r>
          </a:p>
        </p:txBody>
      </p:sp>
      <p:sp>
        <p:nvSpPr>
          <p:cNvPr id="10"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1"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2"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6469167F-2954-4203-B763-C3AF52BDBBAA}" type="slidenum">
              <a:rPr sz="1200" b="0" lang="id-ID">
                <a:solidFill>
                  <a:srgbClr val="536679"/>
                </a:solidFill>
                <a:latin typeface="Space Grotesk"/>
                <a:ea typeface="Space Grotesk"/>
                <a:cs typeface="Space Grotesk"/>
              </a:rPr>
              <a:t>6</a:t>
            </a:fld>
          </a:p>
        </p:txBody>
      </p:sp>
      <p:sp>
        <p:nvSpPr>
          <p:cNvPr id="13"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[Judul utama pembahasan]</a:t>
            </a:r>
          </a:p>
        </p:txBody>
      </p:sp>
      <p:sp>
        <p:nvSpPr>
          <p:cNvPr id="14"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[Ruang lingkup atau periode pembahasan]</a:t>
            </a:r>
          </a:p>
        </p:txBody>
      </p:sp>
      <p:sp>
        <p:nvSpPr>
          <p:cNvPr id="15" name="Isian 3"/>
          <p:cNvSpPr>
            <a:spLocks xmlns:a="http://schemas.openxmlformats.org/drawingml/2006/main" noGrp="1"/>
          </p:cNvSpPr>
          <p:nvPr>
            <p:ph type="body" idx="3" hasCustomPrompt="1"/>
          </p:nvPr>
        </p:nvSpPr>
        <p:spPr>
          <a:xfrm xmlns:a="http://schemas.openxmlformats.org/drawingml/2006/main">
            <a:off x="609600" y="2857500"/>
            <a:ext cx="619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[Pesan utama</a:t>
            </a:r>
          </a:p>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yang perlu dipahami</a:t>
            </a:r>
          </a:p>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peserta rapat]</a:t>
            </a:r>
          </a:p>
        </p:txBody>
      </p:sp>
      <p:sp>
        <p:nvSpPr>
          <p:cNvPr id="16" name="Isian 4"/>
          <p:cNvSpPr>
            <a:spLocks xmlns:a="http://schemas.openxmlformats.org/drawingml/2006/main" noGrp="1"/>
          </p:cNvSpPr>
          <p:nvPr>
            <p:ph type="body" idx="4" hasCustomPrompt="1"/>
          </p:nvPr>
        </p:nvSpPr>
        <p:spPr>
          <a:xfrm xmlns:a="http://schemas.openxmlformats.org/drawingml/2006/main">
            <a:off x="7696200" y="2819400"/>
            <a:ext cx="3886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Dasar pembahasan</a:t>
            </a:r>
          </a:p>
        </p:txBody>
      </p:sp>
      <p:sp>
        <p:nvSpPr>
          <p:cNvPr id="17" name="Isian 5"/>
          <p:cNvSpPr>
            <a:spLocks xmlns:a="http://schemas.openxmlformats.org/drawingml/2006/main" noGrp="1"/>
          </p:cNvSpPr>
          <p:nvPr>
            <p:ph type="body" idx="5" hasCustomPrompt="1"/>
          </p:nvPr>
        </p:nvSpPr>
        <p:spPr>
          <a:xfrm xmlns:a="http://schemas.openxmlformats.org/drawingml/2006/main">
            <a:off x="7696200" y="3476625"/>
            <a:ext cx="38862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[Jelaskan fakta utama, latar belakang, dan kaitannya dengan agenda rapat.]</a:t>
            </a:r>
          </a:p>
        </p:txBody>
      </p:sp>
      <p:sp>
        <p:nvSpPr>
          <p:cNvPr id="18"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[dokumen atau sistem]. Periode: [bulan tahun].</a:t>
            </a:r>
          </a:p>
        </p:txBody>
      </p:sp>
    </p:spTree>
  </p:cSld>
</p:sldLayout>
</file>

<file path=ppt/slideLayouts/slideLayout8.xml><?xml version="1.0" encoding="utf-8"?>
<p:sldLayout xmlns:p="http://schemas.openxmlformats.org/presentationml/2006/main" type="cust" preserve="1" showMasterSp="1">
  <p:cSld name="07 Dua kolom">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fe8a0c9335a44064">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3c693df7d1404dd2"/>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17"/>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18"/>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19"/>
          <p:cNvSpPr>
            <a:spLocks xmlns:a="http://schemas.openxmlformats.org/drawingml/2006/main" noGrp="1"/>
          </p:cNvSpPr>
          <p:nvPr/>
        </p:nvSpPr>
        <p:spPr>
          <a:xfrm xmlns:a="http://schemas.openxmlformats.org/drawingml/2006/main">
            <a:off x="609600" y="2514600"/>
            <a:ext cx="52578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9" name="Garis pemisah 20"/>
          <p:cNvSpPr>
            <a:spLocks xmlns:a="http://schemas.openxmlformats.org/drawingml/2006/main" noGrp="1"/>
          </p:cNvSpPr>
          <p:nvPr/>
        </p:nvSpPr>
        <p:spPr>
          <a:xfrm xmlns:a="http://schemas.openxmlformats.org/drawingml/2006/main">
            <a:off x="6324600" y="2514600"/>
            <a:ext cx="5257800" cy="0"/>
          </a:xfrm>
          <a:prstGeom xmlns:a="http://schemas.openxmlformats.org/drawingml/2006/main" prst="line">
            <a:avLst/>
          </a:prstGeom>
          <a:noFill xmlns:a="http://schemas.openxmlformats.org/drawingml/2006/main"/>
          <a:ln xmlns:a="http://schemas.openxmlformats.org/drawingml/2006/main" w="28575">
            <a:solidFill>
              <a:srgbClr val="004999"/>
            </a:solidFill>
          </a:ln>
        </p:spPr>
      </p:sp>
      <p:sp>
        <p:nvSpPr>
          <p:cNvPr id="10"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ANALISIS</a:t>
            </a:r>
          </a:p>
        </p:txBody>
      </p:sp>
      <p:sp>
        <p:nvSpPr>
          <p:cNvPr id="11"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2"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3"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BFFB1A2B-DF2A-4E6B-A59D-3FF94F858FF4}" type="slidenum">
              <a:rPr sz="1200" b="0" lang="id-ID">
                <a:solidFill>
                  <a:srgbClr val="536679"/>
                </a:solidFill>
                <a:latin typeface="Space Grotesk"/>
                <a:ea typeface="Space Grotesk"/>
                <a:cs typeface="Space Grotesk"/>
              </a:rPr>
              <a:t>7</a:t>
            </a:fld>
          </a:p>
        </p:txBody>
      </p:sp>
      <p:sp>
        <p:nvSpPr>
          <p:cNvPr id="14"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[Dua aspek dalam satu pembahasan]</a:t>
            </a:r>
          </a:p>
        </p:txBody>
      </p:sp>
      <p:sp>
        <p:nvSpPr>
          <p:cNvPr id="15" name="Isian 3"/>
          <p:cNvSpPr>
            <a:spLocks xmlns:a="http://schemas.openxmlformats.org/drawingml/2006/main" noGrp="1"/>
          </p:cNvSpPr>
          <p:nvPr>
            <p:ph type="body" idx="3" hasCustomPrompt="1"/>
          </p:nvPr>
        </p:nvSpPr>
        <p:spPr>
          <a:xfrm xmlns:a="http://schemas.openxmlformats.org/drawingml/2006/main">
            <a:off x="609600" y="2781300"/>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lang="id-ID">
                <a:solidFill>
                  <a:srgbClr val="011627"/>
                </a:solidFill>
                <a:latin typeface="Space Grotesk"/>
                <a:ea typeface="Space Grotesk"/>
                <a:cs typeface="Space Grotesk"/>
              </a:defRPr>
            </a:pPr>
            <a:r>
              <a:rPr sz="2550" b="1" lang="id-ID">
                <a:solidFill>
                  <a:srgbClr val="011627"/>
                </a:solidFill>
                <a:latin typeface="Space Grotesk"/>
                <a:ea typeface="Space Grotesk"/>
                <a:cs typeface="Space Grotesk"/>
              </a:rPr>
              <a:t>[Topik A]</a:t>
            </a:r>
          </a:p>
        </p:txBody>
      </p:sp>
      <p:sp>
        <p:nvSpPr>
          <p:cNvPr id="16" name="Isian 4"/>
          <p:cNvSpPr>
            <a:spLocks xmlns:a="http://schemas.openxmlformats.org/drawingml/2006/main" noGrp="1"/>
          </p:cNvSpPr>
          <p:nvPr>
            <p:ph type="body" idx="4" hasCustomPrompt="1"/>
          </p:nvPr>
        </p:nvSpPr>
        <p:spPr>
          <a:xfrm xmlns:a="http://schemas.openxmlformats.org/drawingml/2006/main">
            <a:off x="609600" y="3562350"/>
            <a:ext cx="5257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[Poin utama pertama]</a:t>
            </a:r>
          </a:p>
          <a:p xmlns:a="http://schemas.openxmlformats.org/drawingml/2006/main">
            <a:r>
              <a:t/>
            </a:r>
          </a:p>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[Poin utama kedua]</a:t>
            </a:r>
          </a:p>
          <a:p xmlns:a="http://schemas.openxmlformats.org/drawingml/2006/main">
            <a:r>
              <a:t/>
            </a:r>
          </a:p>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[Dampak atau kesimpulan]</a:t>
            </a:r>
          </a:p>
        </p:txBody>
      </p:sp>
      <p:sp>
        <p:nvSpPr>
          <p:cNvPr id="17" name="Isian 5"/>
          <p:cNvSpPr>
            <a:spLocks xmlns:a="http://schemas.openxmlformats.org/drawingml/2006/main" noGrp="1"/>
          </p:cNvSpPr>
          <p:nvPr>
            <p:ph type="body" idx="5" hasCustomPrompt="1"/>
          </p:nvPr>
        </p:nvSpPr>
        <p:spPr>
          <a:xfrm xmlns:a="http://schemas.openxmlformats.org/drawingml/2006/main">
            <a:off x="6324600" y="2781300"/>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lang="id-ID">
                <a:solidFill>
                  <a:srgbClr val="011627"/>
                </a:solidFill>
                <a:latin typeface="Space Grotesk"/>
                <a:ea typeface="Space Grotesk"/>
                <a:cs typeface="Space Grotesk"/>
              </a:defRPr>
            </a:pPr>
            <a:r>
              <a:rPr sz="2550" b="1" lang="id-ID">
                <a:solidFill>
                  <a:srgbClr val="011627"/>
                </a:solidFill>
                <a:latin typeface="Space Grotesk"/>
                <a:ea typeface="Space Grotesk"/>
                <a:cs typeface="Space Grotesk"/>
              </a:rPr>
              <a:t>[Topik B]</a:t>
            </a:r>
          </a:p>
        </p:txBody>
      </p:sp>
      <p:sp>
        <p:nvSpPr>
          <p:cNvPr id="18" name="Isian 6"/>
          <p:cNvSpPr>
            <a:spLocks xmlns:a="http://schemas.openxmlformats.org/drawingml/2006/main" noGrp="1"/>
          </p:cNvSpPr>
          <p:nvPr>
            <p:ph type="body" idx="6" hasCustomPrompt="1"/>
          </p:nvPr>
        </p:nvSpPr>
        <p:spPr>
          <a:xfrm xmlns:a="http://schemas.openxmlformats.org/drawingml/2006/main">
            <a:off x="6324600" y="3562350"/>
            <a:ext cx="5257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[Poin utama pertama]</a:t>
            </a:r>
          </a:p>
          <a:p xmlns:a="http://schemas.openxmlformats.org/drawingml/2006/main">
            <a:r>
              <a:t/>
            </a:r>
          </a:p>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[Poin utama kedua]</a:t>
            </a:r>
          </a:p>
          <a:p xmlns:a="http://schemas.openxmlformats.org/drawingml/2006/main">
            <a:r>
              <a:t/>
            </a:r>
          </a:p>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[Dampak atau kesimpulan]</a:t>
            </a:r>
          </a:p>
        </p:txBody>
      </p:sp>
      <p:sp>
        <p:nvSpPr>
          <p:cNvPr id="19"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[dokumen atau sistem]. Periode: [bulan tahun].</a:t>
            </a:r>
          </a:p>
        </p:txBody>
      </p:sp>
    </p:spTree>
  </p:cSld>
</p:sldLayout>
</file>

<file path=ppt/slideLayouts/slideLayout9.xml><?xml version="1.0" encoding="utf-8"?>
<p:sldLayout xmlns:p="http://schemas.openxmlformats.org/presentationml/2006/main" type="cust" preserve="1" showMasterSp="1">
  <p:cSld name="08 Empat KPI">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9c777fec77544312">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71308b23cbf74e12"/>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21"/>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22"/>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23"/>
          <p:cNvSpPr>
            <a:spLocks xmlns:a="http://schemas.openxmlformats.org/drawingml/2006/main" noGrp="1"/>
          </p:cNvSpPr>
          <p:nvPr/>
        </p:nvSpPr>
        <p:spPr>
          <a:xfrm xmlns:a="http://schemas.openxmlformats.org/drawingml/2006/main">
            <a:off x="609600" y="2667000"/>
            <a:ext cx="25146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9" name="Garis pemisah 24"/>
          <p:cNvSpPr>
            <a:spLocks xmlns:a="http://schemas.openxmlformats.org/drawingml/2006/main" noGrp="1"/>
          </p:cNvSpPr>
          <p:nvPr/>
        </p:nvSpPr>
        <p:spPr>
          <a:xfrm xmlns:a="http://schemas.openxmlformats.org/drawingml/2006/main">
            <a:off x="3429000" y="2667000"/>
            <a:ext cx="25146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10" name="Garis pemisah 25"/>
          <p:cNvSpPr>
            <a:spLocks xmlns:a="http://schemas.openxmlformats.org/drawingml/2006/main" noGrp="1"/>
          </p:cNvSpPr>
          <p:nvPr/>
        </p:nvSpPr>
        <p:spPr>
          <a:xfrm xmlns:a="http://schemas.openxmlformats.org/drawingml/2006/main">
            <a:off x="6248400" y="2667000"/>
            <a:ext cx="25146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11" name="Garis pemisah 26"/>
          <p:cNvSpPr>
            <a:spLocks xmlns:a="http://schemas.openxmlformats.org/drawingml/2006/main" noGrp="1"/>
          </p:cNvSpPr>
          <p:nvPr/>
        </p:nvSpPr>
        <p:spPr>
          <a:xfrm xmlns:a="http://schemas.openxmlformats.org/drawingml/2006/main">
            <a:off x="9067800" y="2667000"/>
            <a:ext cx="25146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12"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KINERJA</a:t>
            </a:r>
          </a:p>
        </p:txBody>
      </p:sp>
      <p:sp>
        <p:nvSpPr>
          <p:cNvPr id="13"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5"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BACB6F7A-FDB3-4FEF-AC19-098FD3DDD804}" type="slidenum">
              <a:rPr sz="1200" b="0" lang="id-ID">
                <a:solidFill>
                  <a:srgbClr val="536679"/>
                </a:solidFill>
                <a:latin typeface="Space Grotesk"/>
                <a:ea typeface="Space Grotesk"/>
                <a:cs typeface="Space Grotesk"/>
              </a:rPr>
              <a:t>8</a:t>
            </a:fld>
          </a:p>
        </p:txBody>
      </p:sp>
      <p:sp>
        <p:nvSpPr>
          <p:cNvPr id="16"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Kinerja utama</a:t>
            </a:r>
          </a:p>
        </p:txBody>
      </p:sp>
      <p:sp>
        <p:nvSpPr>
          <p:cNvPr id="17"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[Unit bisnis atau lingkup pengukuran]</a:t>
            </a:r>
          </a:p>
        </p:txBody>
      </p:sp>
      <p:sp>
        <p:nvSpPr>
          <p:cNvPr id="18" name="Isian 3"/>
          <p:cNvSpPr>
            <a:spLocks xmlns:a="http://schemas.openxmlformats.org/drawingml/2006/main" noGrp="1"/>
          </p:cNvSpPr>
          <p:nvPr>
            <p:ph type="body" idx="3" hasCustomPrompt="1"/>
          </p:nvPr>
        </p:nvSpPr>
        <p:spPr>
          <a:xfrm xmlns:a="http://schemas.openxmlformats.org/drawingml/2006/main">
            <a:off x="609600" y="283845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[Nama KPI 1]</a:t>
            </a:r>
          </a:p>
        </p:txBody>
      </p:sp>
      <p:sp>
        <p:nvSpPr>
          <p:cNvPr id="19" name="Isian 4"/>
          <p:cNvSpPr>
            <a:spLocks xmlns:a="http://schemas.openxmlformats.org/drawingml/2006/main" noGrp="1"/>
          </p:cNvSpPr>
          <p:nvPr>
            <p:ph type="body" idx="4" hasCustomPrompt="1"/>
          </p:nvPr>
        </p:nvSpPr>
        <p:spPr>
          <a:xfrm xmlns:a="http://schemas.openxmlformats.org/drawingml/2006/main">
            <a:off x="609600" y="35528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lang="id-ID">
                <a:solidFill>
                  <a:srgbClr val="011627"/>
                </a:solidFill>
                <a:latin typeface="Space Mono"/>
                <a:ea typeface="Space Mono"/>
                <a:cs typeface="Space Mono"/>
              </a:defRPr>
            </a:pPr>
            <a:r>
              <a:rPr sz="4200" b="1" lang="id-ID">
                <a:solidFill>
                  <a:srgbClr val="011627"/>
                </a:solidFill>
                <a:latin typeface="Space Mono"/>
                <a:ea typeface="Space Mono"/>
                <a:cs typeface="Space Mono"/>
              </a:rPr>
              <a:t>XX,X</a:t>
            </a:r>
          </a:p>
        </p:txBody>
      </p:sp>
      <p:sp>
        <p:nvSpPr>
          <p:cNvPr id="20" name="Isian 5"/>
          <p:cNvSpPr>
            <a:spLocks xmlns:a="http://schemas.openxmlformats.org/drawingml/2006/main" noGrp="1"/>
          </p:cNvSpPr>
          <p:nvPr>
            <p:ph type="body" idx="5" hasCustomPrompt="1"/>
          </p:nvPr>
        </p:nvSpPr>
        <p:spPr>
          <a:xfrm xmlns:a="http://schemas.openxmlformats.org/drawingml/2006/main">
            <a:off x="609600" y="43243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04999"/>
                </a:solidFill>
                <a:latin typeface="Space Grotesk"/>
                <a:ea typeface="Space Grotesk"/>
                <a:cs typeface="Space Grotesk"/>
              </a:defRPr>
            </a:pPr>
            <a:r>
              <a:rPr sz="1800" b="0" lang="id-ID">
                <a:solidFill>
                  <a:srgbClr val="004999"/>
                </a:solidFill>
                <a:latin typeface="Space Grotesk"/>
                <a:ea typeface="Space Grotesk"/>
                <a:cs typeface="Space Grotesk"/>
              </a:rPr>
              <a:t>[Satuan]</a:t>
            </a:r>
          </a:p>
        </p:txBody>
      </p:sp>
      <p:sp>
        <p:nvSpPr>
          <p:cNvPr id="21" name="Isian 6"/>
          <p:cNvSpPr>
            <a:spLocks xmlns:a="http://schemas.openxmlformats.org/drawingml/2006/main" noGrp="1"/>
          </p:cNvSpPr>
          <p:nvPr>
            <p:ph type="body" idx="6" hasCustomPrompt="1"/>
          </p:nvPr>
        </p:nvSpPr>
        <p:spPr>
          <a:xfrm xmlns:a="http://schemas.openxmlformats.org/drawingml/2006/main">
            <a:off x="609600" y="48577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Periode: [bulan tahun]</a:t>
            </a:r>
          </a:p>
        </p:txBody>
      </p:sp>
      <p:sp>
        <p:nvSpPr>
          <p:cNvPr id="22" name="Isian 7"/>
          <p:cNvSpPr>
            <a:spLocks xmlns:a="http://schemas.openxmlformats.org/drawingml/2006/main" noGrp="1"/>
          </p:cNvSpPr>
          <p:nvPr>
            <p:ph type="body" idx="7" hasCustomPrompt="1"/>
          </p:nvPr>
        </p:nvSpPr>
        <p:spPr>
          <a:xfrm xmlns:a="http://schemas.openxmlformats.org/drawingml/2006/main">
            <a:off x="3429000" y="283845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[Nama KPI 2]</a:t>
            </a:r>
          </a:p>
        </p:txBody>
      </p:sp>
      <p:sp>
        <p:nvSpPr>
          <p:cNvPr id="23" name="Isian 8"/>
          <p:cNvSpPr>
            <a:spLocks xmlns:a="http://schemas.openxmlformats.org/drawingml/2006/main" noGrp="1"/>
          </p:cNvSpPr>
          <p:nvPr>
            <p:ph type="body" idx="8" hasCustomPrompt="1"/>
          </p:nvPr>
        </p:nvSpPr>
        <p:spPr>
          <a:xfrm xmlns:a="http://schemas.openxmlformats.org/drawingml/2006/main">
            <a:off x="3429000" y="35528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lang="id-ID">
                <a:solidFill>
                  <a:srgbClr val="011627"/>
                </a:solidFill>
                <a:latin typeface="Space Mono"/>
                <a:ea typeface="Space Mono"/>
                <a:cs typeface="Space Mono"/>
              </a:defRPr>
            </a:pPr>
            <a:r>
              <a:rPr sz="4200" b="1" lang="id-ID">
                <a:solidFill>
                  <a:srgbClr val="011627"/>
                </a:solidFill>
                <a:latin typeface="Space Mono"/>
                <a:ea typeface="Space Mono"/>
                <a:cs typeface="Space Mono"/>
              </a:rPr>
              <a:t>XX,X</a:t>
            </a:r>
          </a:p>
        </p:txBody>
      </p:sp>
      <p:sp>
        <p:nvSpPr>
          <p:cNvPr id="24" name="Isian 9"/>
          <p:cNvSpPr>
            <a:spLocks xmlns:a="http://schemas.openxmlformats.org/drawingml/2006/main" noGrp="1"/>
          </p:cNvSpPr>
          <p:nvPr>
            <p:ph type="body" idx="9" hasCustomPrompt="1"/>
          </p:nvPr>
        </p:nvSpPr>
        <p:spPr>
          <a:xfrm xmlns:a="http://schemas.openxmlformats.org/drawingml/2006/main">
            <a:off x="3429000" y="43243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04999"/>
                </a:solidFill>
                <a:latin typeface="Space Grotesk"/>
                <a:ea typeface="Space Grotesk"/>
                <a:cs typeface="Space Grotesk"/>
              </a:defRPr>
            </a:pPr>
            <a:r>
              <a:rPr sz="1800" b="0" lang="id-ID">
                <a:solidFill>
                  <a:srgbClr val="004999"/>
                </a:solidFill>
                <a:latin typeface="Space Grotesk"/>
                <a:ea typeface="Space Grotesk"/>
                <a:cs typeface="Space Grotesk"/>
              </a:rPr>
              <a:t>[Satuan]</a:t>
            </a:r>
          </a:p>
        </p:txBody>
      </p:sp>
      <p:sp>
        <p:nvSpPr>
          <p:cNvPr id="25" name="Isian 10"/>
          <p:cNvSpPr>
            <a:spLocks xmlns:a="http://schemas.openxmlformats.org/drawingml/2006/main" noGrp="1"/>
          </p:cNvSpPr>
          <p:nvPr>
            <p:ph type="body" idx="10" hasCustomPrompt="1"/>
          </p:nvPr>
        </p:nvSpPr>
        <p:spPr>
          <a:xfrm xmlns:a="http://schemas.openxmlformats.org/drawingml/2006/main">
            <a:off x="3429000" y="48577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Periode: [bulan tahun]</a:t>
            </a:r>
          </a:p>
        </p:txBody>
      </p:sp>
      <p:sp>
        <p:nvSpPr>
          <p:cNvPr id="26" name="Isian 11"/>
          <p:cNvSpPr>
            <a:spLocks xmlns:a="http://schemas.openxmlformats.org/drawingml/2006/main" noGrp="1"/>
          </p:cNvSpPr>
          <p:nvPr>
            <p:ph type="body" idx="11" hasCustomPrompt="1"/>
          </p:nvPr>
        </p:nvSpPr>
        <p:spPr>
          <a:xfrm xmlns:a="http://schemas.openxmlformats.org/drawingml/2006/main">
            <a:off x="6248400" y="283845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[Nama KPI 3]</a:t>
            </a:r>
          </a:p>
        </p:txBody>
      </p:sp>
      <p:sp>
        <p:nvSpPr>
          <p:cNvPr id="27" name="Isian 12"/>
          <p:cNvSpPr>
            <a:spLocks xmlns:a="http://schemas.openxmlformats.org/drawingml/2006/main" noGrp="1"/>
          </p:cNvSpPr>
          <p:nvPr>
            <p:ph type="body" idx="12" hasCustomPrompt="1"/>
          </p:nvPr>
        </p:nvSpPr>
        <p:spPr>
          <a:xfrm xmlns:a="http://schemas.openxmlformats.org/drawingml/2006/main">
            <a:off x="6248400" y="35528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lang="id-ID">
                <a:solidFill>
                  <a:srgbClr val="011627"/>
                </a:solidFill>
                <a:latin typeface="Space Mono"/>
                <a:ea typeface="Space Mono"/>
                <a:cs typeface="Space Mono"/>
              </a:defRPr>
            </a:pPr>
            <a:r>
              <a:rPr sz="4200" b="1" lang="id-ID">
                <a:solidFill>
                  <a:srgbClr val="011627"/>
                </a:solidFill>
                <a:latin typeface="Space Mono"/>
                <a:ea typeface="Space Mono"/>
                <a:cs typeface="Space Mono"/>
              </a:rPr>
              <a:t>XX,X</a:t>
            </a:r>
          </a:p>
        </p:txBody>
      </p:sp>
      <p:sp>
        <p:nvSpPr>
          <p:cNvPr id="28" name="Isian 13"/>
          <p:cNvSpPr>
            <a:spLocks xmlns:a="http://schemas.openxmlformats.org/drawingml/2006/main" noGrp="1"/>
          </p:cNvSpPr>
          <p:nvPr>
            <p:ph type="body" idx="13" hasCustomPrompt="1"/>
          </p:nvPr>
        </p:nvSpPr>
        <p:spPr>
          <a:xfrm xmlns:a="http://schemas.openxmlformats.org/drawingml/2006/main">
            <a:off x="6248400" y="43243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04999"/>
                </a:solidFill>
                <a:latin typeface="Space Grotesk"/>
                <a:ea typeface="Space Grotesk"/>
                <a:cs typeface="Space Grotesk"/>
              </a:defRPr>
            </a:pPr>
            <a:r>
              <a:rPr sz="1800" b="0" lang="id-ID">
                <a:solidFill>
                  <a:srgbClr val="004999"/>
                </a:solidFill>
                <a:latin typeface="Space Grotesk"/>
                <a:ea typeface="Space Grotesk"/>
                <a:cs typeface="Space Grotesk"/>
              </a:rPr>
              <a:t>[Satuan]</a:t>
            </a:r>
          </a:p>
        </p:txBody>
      </p:sp>
      <p:sp>
        <p:nvSpPr>
          <p:cNvPr id="29" name="Isian 14"/>
          <p:cNvSpPr>
            <a:spLocks xmlns:a="http://schemas.openxmlformats.org/drawingml/2006/main" noGrp="1"/>
          </p:cNvSpPr>
          <p:nvPr>
            <p:ph type="body" idx="14" hasCustomPrompt="1"/>
          </p:nvPr>
        </p:nvSpPr>
        <p:spPr>
          <a:xfrm xmlns:a="http://schemas.openxmlformats.org/drawingml/2006/main">
            <a:off x="6248400" y="48577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Periode: [bulan tahun]</a:t>
            </a:r>
          </a:p>
        </p:txBody>
      </p:sp>
      <p:sp>
        <p:nvSpPr>
          <p:cNvPr id="30" name="Isian 15"/>
          <p:cNvSpPr>
            <a:spLocks xmlns:a="http://schemas.openxmlformats.org/drawingml/2006/main" noGrp="1"/>
          </p:cNvSpPr>
          <p:nvPr>
            <p:ph type="body" idx="15" hasCustomPrompt="1"/>
          </p:nvPr>
        </p:nvSpPr>
        <p:spPr>
          <a:xfrm xmlns:a="http://schemas.openxmlformats.org/drawingml/2006/main">
            <a:off x="9067800" y="283845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[Nama KPI 4]</a:t>
            </a:r>
          </a:p>
        </p:txBody>
      </p:sp>
      <p:sp>
        <p:nvSpPr>
          <p:cNvPr id="31" name="Isian 16"/>
          <p:cNvSpPr>
            <a:spLocks xmlns:a="http://schemas.openxmlformats.org/drawingml/2006/main" noGrp="1"/>
          </p:cNvSpPr>
          <p:nvPr>
            <p:ph type="body" idx="16" hasCustomPrompt="1"/>
          </p:nvPr>
        </p:nvSpPr>
        <p:spPr>
          <a:xfrm xmlns:a="http://schemas.openxmlformats.org/drawingml/2006/main">
            <a:off x="9067800" y="35528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lang="id-ID">
                <a:solidFill>
                  <a:srgbClr val="011627"/>
                </a:solidFill>
                <a:latin typeface="Space Mono"/>
                <a:ea typeface="Space Mono"/>
                <a:cs typeface="Space Mono"/>
              </a:defRPr>
            </a:pPr>
            <a:r>
              <a:rPr sz="4200" b="1" lang="id-ID">
                <a:solidFill>
                  <a:srgbClr val="011627"/>
                </a:solidFill>
                <a:latin typeface="Space Mono"/>
                <a:ea typeface="Space Mono"/>
                <a:cs typeface="Space Mono"/>
              </a:rPr>
              <a:t>XX,X</a:t>
            </a:r>
          </a:p>
        </p:txBody>
      </p:sp>
      <p:sp>
        <p:nvSpPr>
          <p:cNvPr id="32" name="Isian 17"/>
          <p:cNvSpPr>
            <a:spLocks xmlns:a="http://schemas.openxmlformats.org/drawingml/2006/main" noGrp="1"/>
          </p:cNvSpPr>
          <p:nvPr>
            <p:ph type="body" idx="17" hasCustomPrompt="1"/>
          </p:nvPr>
        </p:nvSpPr>
        <p:spPr>
          <a:xfrm xmlns:a="http://schemas.openxmlformats.org/drawingml/2006/main">
            <a:off x="9067800" y="43243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04999"/>
                </a:solidFill>
                <a:latin typeface="Space Grotesk"/>
                <a:ea typeface="Space Grotesk"/>
                <a:cs typeface="Space Grotesk"/>
              </a:defRPr>
            </a:pPr>
            <a:r>
              <a:rPr sz="1800" b="0" lang="id-ID">
                <a:solidFill>
                  <a:srgbClr val="004999"/>
                </a:solidFill>
                <a:latin typeface="Space Grotesk"/>
                <a:ea typeface="Space Grotesk"/>
                <a:cs typeface="Space Grotesk"/>
              </a:rPr>
              <a:t>[Satuan]</a:t>
            </a:r>
          </a:p>
        </p:txBody>
      </p:sp>
      <p:sp>
        <p:nvSpPr>
          <p:cNvPr id="33" name="Isian 18"/>
          <p:cNvSpPr>
            <a:spLocks xmlns:a="http://schemas.openxmlformats.org/drawingml/2006/main" noGrp="1"/>
          </p:cNvSpPr>
          <p:nvPr>
            <p:ph type="body" idx="18" hasCustomPrompt="1"/>
          </p:nvPr>
        </p:nvSpPr>
        <p:spPr>
          <a:xfrm xmlns:a="http://schemas.openxmlformats.org/drawingml/2006/main">
            <a:off x="9067800" y="48577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Periode: [bulan tahun]</a:t>
            </a:r>
          </a:p>
        </p:txBody>
      </p:sp>
      <p:sp>
        <p:nvSpPr>
          <p:cNvPr id="34"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Pembanding: [target atau periode sebelumnya]. Sumber: [sistem atau dokumen].</a:t>
            </a:r>
          </a:p>
        </p:txBody>
      </p:sp>
    </p:spTree>
  </p:cSld>
</p:sldLayout>
</file>

<file path=ppt/slideLayouts/slideLayout10.xml><?xml version="1.0" encoding="utf-8"?>
<p:sldLayout xmlns:p="http://schemas.openxmlformats.org/presentationml/2006/main" type="cust" preserve="1" showMasterSp="1">
  <p:cSld name="09 Grafik perbandingan">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margin data"/>
          <p:cNvPicPr>
            <a:picLocks xmlns:a="http://schemas.openxmlformats.org/drawingml/2006/main" noChangeAspect="1"/>
          </p:cNvPicPr>
          <p:nvPr/>
        </p:nvPicPr>
        <p:blipFill>
          <a:blip xmlns:r="http://schemas.openxmlformats.org/officeDocument/2006/relationships" xmlns:a="http://schemas.openxmlformats.org/drawingml/2006/main" r:embed="R02052700cb194f51">
            <a:alphaModFix amt="85000"/>
          </a:blip>
          <ns0:srcRect xmlns:ns0="http://schemas.openxmlformats.org/drawingml/2006/main" l="61198" t="18704" r="26479" b="18704"/>
          <a:stretch xmlns:a="http://schemas.openxmlformats.org/drawingml/2006/main"/>
        </p:blipFill>
        <p:spPr>
          <a:xfrm xmlns:a="http://schemas.openxmlformats.org/drawingml/2006/main">
            <a:off x="11658600" y="1066800"/>
            <a:ext cx="533400" cy="1524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aeae47c820e6418b"/>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27"/>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28"/>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CONTOH DATA</a:t>
            </a:r>
          </a:p>
        </p:txBody>
      </p:sp>
      <p:sp>
        <p:nvSpPr>
          <p:cNvPr id="9"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0"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1"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9D7EAA51-2F4B-4BCB-947D-ABF8345E323D}" type="slidenum">
              <a:rPr sz="1200" b="0" lang="id-ID">
                <a:solidFill>
                  <a:srgbClr val="536679"/>
                </a:solidFill>
                <a:latin typeface="Space Grotesk"/>
                <a:ea typeface="Space Grotesk"/>
                <a:cs typeface="Space Grotesk"/>
              </a:rPr>
              <a:t>9</a:t>
            </a:fld>
          </a:p>
        </p:txBody>
      </p:sp>
      <p:sp>
        <p:nvSpPr>
          <p:cNvPr id="12"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Realisasi dan target</a:t>
            </a:r>
          </a:p>
        </p:txBody>
      </p:sp>
      <p:sp>
        <p:nvSpPr>
          <p:cNvPr id="13"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Contoh penyajian realisasi dan target per triwulan. Satuan: indeks.</a:t>
            </a:r>
          </a:p>
        </p:txBody>
      </p:sp>
      <p:sp>
        <p:nvSpPr>
          <p:cNvPr id="14" name="Grafik yang dapat diedit"/>
          <p:cNvSpPr/>
          <p:nvPr>
            <p:ph type="chart" idx="3" hasCustomPrompt="1"/>
          </p:nvPr>
        </p:nvSpPr>
        <p:spPr>
          <ns1:xfrm xmlns:ns1="http://schemas.openxmlformats.org/drawingml/2006/main">
            <ns1:off x="609600" y="2714625"/>
            <ns1:ext cx="7848600" cy="285750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ns6:lstStyle xmlns:ns6="http://schemas.openxmlformats.org/drawingml/2006/main"/>
          <ns7:p xmlns:ns7="http://schemas.openxmlformats.org/drawingml/2006/main"/>
        </p:txBody>
      </p:sp>
      <p:sp>
        <p:nvSpPr>
          <p:cNvPr id="15" name="Isian 4"/>
          <p:cNvSpPr>
            <a:spLocks xmlns:a="http://schemas.openxmlformats.org/drawingml/2006/main" noGrp="1"/>
          </p:cNvSpPr>
          <p:nvPr>
            <p:ph type="body" idx="4" hasCustomPrompt="1"/>
          </p:nvPr>
        </p:nvSpPr>
        <p:spPr>
          <a:xfrm xmlns:a="http://schemas.openxmlformats.org/drawingml/2006/main">
            <a:off x="9067800" y="28765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lang="id-ID">
                <a:solidFill>
                  <a:srgbClr val="004999"/>
                </a:solidFill>
                <a:latin typeface="Space Grotesk"/>
                <a:ea typeface="Space Grotesk"/>
                <a:cs typeface="Space Grotesk"/>
              </a:defRPr>
            </a:pPr>
            <a:r>
              <a:rPr sz="2250" b="1" lang="id-ID">
                <a:solidFill>
                  <a:srgbClr val="004999"/>
                </a:solidFill>
                <a:latin typeface="Space Grotesk"/>
                <a:ea typeface="Space Grotesk"/>
                <a:cs typeface="Space Grotesk"/>
              </a:rPr>
              <a:t>[Penjelasan selisih]</a:t>
            </a:r>
          </a:p>
        </p:txBody>
      </p:sp>
      <p:sp>
        <p:nvSpPr>
          <p:cNvPr id="16" name="Isian 5"/>
          <p:cNvSpPr>
            <a:spLocks xmlns:a="http://schemas.openxmlformats.org/drawingml/2006/main" noGrp="1"/>
          </p:cNvSpPr>
          <p:nvPr>
            <p:ph type="body" idx="5" hasCustomPrompt="1"/>
          </p:nvPr>
        </p:nvSpPr>
        <p:spPr>
          <a:xfrm xmlns:a="http://schemas.openxmlformats.org/drawingml/2006/main">
            <a:off x="9067800" y="3886200"/>
            <a:ext cx="25146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[Jelaskan penyebab utama dan tindakan yang diperlukan.]</a:t>
            </a:r>
          </a:p>
        </p:txBody>
      </p:sp>
      <p:sp>
        <p:nvSpPr>
          <p:cNvPr id="17"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Data ilustratif, bukan kinerja JUP. Periode contoh: Triwulan I–IV 20XX. Satuan: indeks.</a:t>
            </a:r>
          </a:p>
        </p:txBody>
      </p:sp>
    </p:spTree>
  </p:cSld>
</p:sldLayout>
</file>

<file path=ppt/slideLayouts/slideLayout11.xml><?xml version="1.0" encoding="utf-8"?>
<p:sldLayout xmlns:p="http://schemas.openxmlformats.org/presentationml/2006/main" type="cust" preserve="1" showMasterSp="1">
  <p:cSld name="10 Grafik tren">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margin data"/>
          <p:cNvPicPr>
            <a:picLocks xmlns:a="http://schemas.openxmlformats.org/drawingml/2006/main" noChangeAspect="1"/>
          </p:cNvPicPr>
          <p:nvPr/>
        </p:nvPicPr>
        <p:blipFill>
          <a:blip xmlns:r="http://schemas.openxmlformats.org/officeDocument/2006/relationships" xmlns:a="http://schemas.openxmlformats.org/drawingml/2006/main" r:embed="R415abc113201494d">
            <a:alphaModFix amt="85000"/>
          </a:blip>
          <ns0:srcRect xmlns:ns0="http://schemas.openxmlformats.org/drawingml/2006/main" l="61198" t="18704" r="26479" b="18704"/>
          <a:stretch xmlns:a="http://schemas.openxmlformats.org/drawingml/2006/main"/>
        </p:blipFill>
        <p:spPr>
          <a:xfrm xmlns:a="http://schemas.openxmlformats.org/drawingml/2006/main">
            <a:off x="11658600" y="1066800"/>
            <a:ext cx="533400" cy="1524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537545e36e5f4168"/>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29"/>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30"/>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CONTOH DATA</a:t>
            </a:r>
          </a:p>
        </p:txBody>
      </p:sp>
      <p:sp>
        <p:nvSpPr>
          <p:cNvPr id="9"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0"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1"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8582C1EB-FD50-4678-B6EC-73D0E6717A37}" type="slidenum">
              <a:rPr sz="1200" b="0" lang="id-ID">
                <a:solidFill>
                  <a:srgbClr val="536679"/>
                </a:solidFill>
                <a:latin typeface="Space Grotesk"/>
                <a:ea typeface="Space Grotesk"/>
                <a:cs typeface="Space Grotesk"/>
              </a:rPr>
              <a:t>10</a:t>
            </a:fld>
          </a:p>
        </p:txBody>
      </p:sp>
      <p:sp>
        <p:nvSpPr>
          <p:cNvPr id="12"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Tren kinerja</a:t>
            </a:r>
          </a:p>
        </p:txBody>
      </p:sp>
      <p:sp>
        <p:nvSpPr>
          <p:cNvPr id="13"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Contoh penyajian tren bulanan. Satuan: indeks.</a:t>
            </a:r>
          </a:p>
        </p:txBody>
      </p:sp>
      <p:sp>
        <p:nvSpPr>
          <p:cNvPr id="14" name="Grafik yang dapat diedit"/>
          <p:cNvSpPr/>
          <p:nvPr>
            <p:ph type="chart" idx="3" hasCustomPrompt="1"/>
          </p:nvPr>
        </p:nvSpPr>
        <p:spPr>
          <ns1:xfrm xmlns:ns1="http://schemas.openxmlformats.org/drawingml/2006/main">
            <ns1:off x="609600" y="2714625"/>
            <ns1:ext cx="7848600" cy="285750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ns6:lstStyle xmlns:ns6="http://schemas.openxmlformats.org/drawingml/2006/main"/>
          <ns7:p xmlns:ns7="http://schemas.openxmlformats.org/drawingml/2006/main"/>
        </p:txBody>
      </p:sp>
      <p:sp>
        <p:nvSpPr>
          <p:cNvPr id="15" name="Isian 4"/>
          <p:cNvSpPr>
            <a:spLocks xmlns:a="http://schemas.openxmlformats.org/drawingml/2006/main" noGrp="1"/>
          </p:cNvSpPr>
          <p:nvPr>
            <p:ph type="body" idx="4" hasCustomPrompt="1"/>
          </p:nvPr>
        </p:nvSpPr>
        <p:spPr>
          <a:xfrm xmlns:a="http://schemas.openxmlformats.org/drawingml/2006/main">
            <a:off x="9067800" y="2876550"/>
            <a:ext cx="2514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lang="id-ID">
                <a:solidFill>
                  <a:srgbClr val="004999"/>
                </a:solidFill>
                <a:latin typeface="Space Grotesk"/>
                <a:ea typeface="Space Grotesk"/>
                <a:cs typeface="Space Grotesk"/>
              </a:defRPr>
            </a:pPr>
            <a:r>
              <a:rPr sz="2250" b="1" lang="id-ID">
                <a:solidFill>
                  <a:srgbClr val="004999"/>
                </a:solidFill>
                <a:latin typeface="Space Grotesk"/>
                <a:ea typeface="Space Grotesk"/>
                <a:cs typeface="Space Grotesk"/>
              </a:rPr>
              <a:t>[Arah perubahan]</a:t>
            </a:r>
          </a:p>
        </p:txBody>
      </p:sp>
      <p:sp>
        <p:nvSpPr>
          <p:cNvPr id="16" name="Isian 5"/>
          <p:cNvSpPr>
            <a:spLocks xmlns:a="http://schemas.openxmlformats.org/drawingml/2006/main" noGrp="1"/>
          </p:cNvSpPr>
          <p:nvPr>
            <p:ph type="body" idx="5" hasCustomPrompt="1"/>
          </p:nvPr>
        </p:nvSpPr>
        <p:spPr>
          <a:xfrm xmlns:a="http://schemas.openxmlformats.org/drawingml/2006/main">
            <a:off x="9067800" y="3962400"/>
            <a:ext cx="25146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[Jelaskan pola perubahan, penyebab, dan dampaknya berdasarkan data.]</a:t>
            </a:r>
          </a:p>
        </p:txBody>
      </p:sp>
      <p:sp>
        <p:nvSpPr>
          <p:cNvPr id="17"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Data ilustratif, bukan kinerja JUP. Periode contoh: Januari–Juni 20XX. Satuan: indeks.</a:t>
            </a:r>
          </a:p>
        </p:txBody>
      </p:sp>
    </p:spTree>
  </p:cSld>
</p:sldLayout>
</file>

<file path=ppt/slideLayouts/slideLayout12.xml><?xml version="1.0" encoding="utf-8"?>
<p:sldLayout xmlns:p="http://schemas.openxmlformats.org/presentationml/2006/main" type="cust" preserve="1" showMasterSp="1">
  <p:cSld name="11 Tabel keuangan">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margin data"/>
          <p:cNvPicPr>
            <a:picLocks xmlns:a="http://schemas.openxmlformats.org/drawingml/2006/main" noChangeAspect="1"/>
          </p:cNvPicPr>
          <p:nvPr/>
        </p:nvPicPr>
        <p:blipFill>
          <a:blip xmlns:r="http://schemas.openxmlformats.org/officeDocument/2006/relationships" xmlns:a="http://schemas.openxmlformats.org/drawingml/2006/main" r:embed="R7bc6b072f9204838">
            <a:alphaModFix amt="85000"/>
          </a:blip>
          <ns0:srcRect xmlns:ns0="http://schemas.openxmlformats.org/drawingml/2006/main" l="61198" t="18704" r="26479" b="18704"/>
          <a:stretch xmlns:a="http://schemas.openxmlformats.org/drawingml/2006/main"/>
        </p:blipFill>
        <p:spPr>
          <a:xfrm xmlns:a="http://schemas.openxmlformats.org/drawingml/2006/main">
            <a:off x="11658600" y="1066800"/>
            <a:ext cx="533400" cy="1524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a85affa31b724f44"/>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31"/>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32"/>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33"/>
          <p:cNvSpPr>
            <a:spLocks xmlns:a="http://schemas.openxmlformats.org/drawingml/2006/main" noGrp="1"/>
          </p:cNvSpPr>
          <p:nvPr/>
        </p:nvSpPr>
        <p:spPr>
          <a:xfrm xmlns:a="http://schemas.openxmlformats.org/drawingml/2006/main">
            <a:off x="609600" y="3246120"/>
            <a:ext cx="10972800" cy="0"/>
          </a:xfrm>
          <a:prstGeom xmlns:a="http://schemas.openxmlformats.org/drawingml/2006/main" prst="line">
            <a:avLst/>
          </a:prstGeom>
          <a:noFill xmlns:a="http://schemas.openxmlformats.org/drawingml/2006/main"/>
          <a:ln xmlns:a="http://schemas.openxmlformats.org/drawingml/2006/main" w="14288">
            <a:solidFill>
              <a:srgbClr val="004999"/>
            </a:solidFill>
          </a:ln>
        </p:spPr>
      </p:sp>
      <p:sp>
        <p:nvSpPr>
          <p:cNvPr id="9" name="Garis pemisah 34"/>
          <p:cNvSpPr>
            <a:spLocks xmlns:a="http://schemas.openxmlformats.org/drawingml/2006/main" noGrp="1"/>
          </p:cNvSpPr>
          <p:nvPr/>
        </p:nvSpPr>
        <p:spPr>
          <a:xfrm xmlns:a="http://schemas.openxmlformats.org/drawingml/2006/main">
            <a:off x="609600" y="380619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35"/>
          <p:cNvSpPr>
            <a:spLocks xmlns:a="http://schemas.openxmlformats.org/drawingml/2006/main" noGrp="1"/>
          </p:cNvSpPr>
          <p:nvPr/>
        </p:nvSpPr>
        <p:spPr>
          <a:xfrm xmlns:a="http://schemas.openxmlformats.org/drawingml/2006/main">
            <a:off x="609600" y="436626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Garis pemisah 36"/>
          <p:cNvSpPr>
            <a:spLocks xmlns:a="http://schemas.openxmlformats.org/drawingml/2006/main" noGrp="1"/>
          </p:cNvSpPr>
          <p:nvPr/>
        </p:nvSpPr>
        <p:spPr>
          <a:xfrm xmlns:a="http://schemas.openxmlformats.org/drawingml/2006/main">
            <a:off x="609600" y="492633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Garis pemisah 37"/>
          <p:cNvSpPr>
            <a:spLocks xmlns:a="http://schemas.openxmlformats.org/drawingml/2006/main" noGrp="1"/>
          </p:cNvSpPr>
          <p:nvPr/>
        </p:nvSpPr>
        <p:spPr>
          <a:xfrm xmlns:a="http://schemas.openxmlformats.org/drawingml/2006/main">
            <a:off x="609600" y="548640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3"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KEUANGAN</a:t>
            </a:r>
          </a:p>
        </p:txBody>
      </p:sp>
      <p:sp>
        <p:nvSpPr>
          <p:cNvPr id="14"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5"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6"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A5D00B21-02C1-4445-8CE4-7689811C22E5}" type="slidenum">
              <a:rPr sz="1200" b="0" lang="id-ID">
                <a:solidFill>
                  <a:srgbClr val="536679"/>
                </a:solidFill>
                <a:latin typeface="Space Grotesk"/>
                <a:ea typeface="Space Grotesk"/>
                <a:cs typeface="Space Grotesk"/>
              </a:rPr>
              <a:t>11</a:t>
            </a:fld>
          </a:p>
        </p:txBody>
      </p:sp>
      <p:sp>
        <p:nvSpPr>
          <p:cNvPr id="17"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Ringkasan keuangan</a:t>
            </a:r>
          </a:p>
        </p:txBody>
      </p:sp>
      <p:sp>
        <p:nvSpPr>
          <p:cNvPr id="18"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[Periode pelaporan]. Seluruh nilai dalam [Rp juta / Rp miliar].</a:t>
            </a:r>
          </a:p>
        </p:txBody>
      </p:sp>
      <p:sp>
        <p:nvSpPr>
          <p:cNvPr id="19" name="Tabel yang dapat diedit"/>
          <p:cNvSpPr/>
          <p:nvPr>
            <p:ph type="tbl" idx="3" hasCustomPrompt="1"/>
          </p:nvPr>
        </p:nvSpPr>
        <p:spPr>
          <ns1:xfrm xmlns:ns1="http://schemas.openxmlformats.org/drawingml/2006/main">
            <ns1:off x="609600" y="2686050"/>
            <ns1:ext cx="10972800" cy="28003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ns6:lstStyle xmlns:ns6="http://schemas.openxmlformats.org/drawingml/2006/main"/>
          <ns7:p xmlns:ns7="http://schemas.openxmlformats.org/drawingml/2006/main"/>
        </p:txBody>
      </p:sp>
      <p:sp>
        <p:nvSpPr>
          <p:cNvPr id="20"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[laporan keuangan]. Status laporan: [sudah / belum diaudit]. Selisih: realisasi dikurangi anggaran.</a:t>
            </a:r>
          </a:p>
        </p:txBody>
      </p:sp>
    </p:spTree>
  </p:cSld>
</p:sldLayout>
</file>

<file path=ppt/slideLayouts/slideLayout13.xml><?xml version="1.0" encoding="utf-8"?>
<p:sldLayout xmlns:p="http://schemas.openxmlformats.org/presentationml/2006/main" type="cust" preserve="1" showMasterSp="1">
  <p:cSld name="12 Portofolio sektor">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ac8978fdd916402d">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14e7ce0ad8684d8e"/>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38"/>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39"/>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8" name="" descr="Ikon energi surya"/>
          <p:cNvPicPr>
            <a:picLocks xmlns:a="http://schemas.openxmlformats.org/drawingml/2006/main" noChangeAspect="1"/>
          </p:cNvPicPr>
          <p:nvPr/>
        </p:nvPicPr>
        <p:blipFill>
          <a:blip xmlns:r="http://schemas.openxmlformats.org/officeDocument/2006/relationships" xmlns:a="http://schemas.openxmlformats.org/drawingml/2006/main" r:embed="R0912e9f433d74147"/>
          <ns0:srcRect xmlns:ns0="http://schemas.openxmlformats.org/drawingml/2006/main" l="10784" r="77108" t="28646" b="6771"/>
          <a:stretch xmlns:a="http://schemas.openxmlformats.org/drawingml/2006/main"/>
        </p:blipFill>
        <p:spPr>
          <a:xfrm xmlns:a="http://schemas.openxmlformats.org/drawingml/2006/main">
            <a:off x="609600" y="2857500"/>
            <a:ext cx="910713" cy="914400"/>
          </a:xfrm>
          <a:prstGeom xmlns:a="http://schemas.openxmlformats.org/drawingml/2006/main" prst="rect">
            <a:avLst/>
          </a:prstGeom>
        </p:spPr>
      </p:pic>
      <p:pic>
        <p:nvPicPr>
          <p:cNvPr id="9" name="" descr="Ikon kelistrikan"/>
          <p:cNvPicPr>
            <a:picLocks xmlns:a="http://schemas.openxmlformats.org/drawingml/2006/main" noChangeAspect="1"/>
          </p:cNvPicPr>
          <p:nvPr/>
        </p:nvPicPr>
        <p:blipFill>
          <a:blip xmlns:r="http://schemas.openxmlformats.org/officeDocument/2006/relationships" xmlns:a="http://schemas.openxmlformats.org/drawingml/2006/main" r:embed="Rebd4351fd6aa48bb"/>
          <ns0:srcRect xmlns:ns0="http://schemas.openxmlformats.org/drawingml/2006/main" l="24902" r="62990" t="28646" b="6771"/>
          <a:stretch xmlns:a="http://schemas.openxmlformats.org/drawingml/2006/main"/>
        </p:blipFill>
        <p:spPr>
          <a:xfrm xmlns:a="http://schemas.openxmlformats.org/drawingml/2006/main">
            <a:off x="2857500" y="2857500"/>
            <a:ext cx="910713" cy="914400"/>
          </a:xfrm>
          <a:prstGeom xmlns:a="http://schemas.openxmlformats.org/drawingml/2006/main" prst="rect">
            <a:avLst/>
          </a:prstGeom>
        </p:spPr>
      </p:pic>
      <p:pic>
        <p:nvPicPr>
          <p:cNvPr id="10" name="" descr="Ikon gas"/>
          <p:cNvPicPr>
            <a:picLocks xmlns:a="http://schemas.openxmlformats.org/drawingml/2006/main" noChangeAspect="1"/>
          </p:cNvPicPr>
          <p:nvPr/>
        </p:nvPicPr>
        <p:blipFill>
          <a:blip xmlns:r="http://schemas.openxmlformats.org/officeDocument/2006/relationships" xmlns:a="http://schemas.openxmlformats.org/drawingml/2006/main" r:embed="R68265e7265f448c4"/>
          <ns0:srcRect xmlns:ns0="http://schemas.openxmlformats.org/drawingml/2006/main" l="38088" r="49412" t="28646" b="6771"/>
          <a:stretch xmlns:a="http://schemas.openxmlformats.org/drawingml/2006/main"/>
        </p:blipFill>
        <p:spPr>
          <a:xfrm xmlns:a="http://schemas.openxmlformats.org/drawingml/2006/main">
            <a:off x="5105400" y="2857500"/>
            <a:ext cx="940210" cy="914400"/>
          </a:xfrm>
          <a:prstGeom xmlns:a="http://schemas.openxmlformats.org/drawingml/2006/main" prst="rect">
            <a:avLst/>
          </a:prstGeom>
        </p:spPr>
      </p:pic>
      <p:pic>
        <p:nvPicPr>
          <p:cNvPr id="11" name="" descr="Ikon air"/>
          <p:cNvPicPr>
            <a:picLocks xmlns:a="http://schemas.openxmlformats.org/drawingml/2006/main" noChangeAspect="1"/>
          </p:cNvPicPr>
          <p:nvPr/>
        </p:nvPicPr>
        <p:blipFill>
          <a:blip xmlns:r="http://schemas.openxmlformats.org/officeDocument/2006/relationships" xmlns:a="http://schemas.openxmlformats.org/drawingml/2006/main" r:embed="Rbe077d369e564142"/>
          <ns0:srcRect xmlns:ns0="http://schemas.openxmlformats.org/drawingml/2006/main" l="51863" r="34902" t="28646" b="6771"/>
          <a:stretch xmlns:a="http://schemas.openxmlformats.org/drawingml/2006/main"/>
        </p:blipFill>
        <p:spPr>
          <a:xfrm xmlns:a="http://schemas.openxmlformats.org/drawingml/2006/main">
            <a:off x="7353300" y="2857500"/>
            <a:ext cx="995516" cy="914400"/>
          </a:xfrm>
          <a:prstGeom xmlns:a="http://schemas.openxmlformats.org/drawingml/2006/main" prst="rect">
            <a:avLst/>
          </a:prstGeom>
        </p:spPr>
      </p:pic>
      <p:pic>
        <p:nvPicPr>
          <p:cNvPr id="12" name="" descr="Ikon parkir"/>
          <p:cNvPicPr>
            <a:picLocks xmlns:a="http://schemas.openxmlformats.org/drawingml/2006/main" noChangeAspect="1"/>
          </p:cNvPicPr>
          <p:nvPr/>
        </p:nvPicPr>
        <p:blipFill>
          <a:blip xmlns:r="http://schemas.openxmlformats.org/officeDocument/2006/relationships" xmlns:a="http://schemas.openxmlformats.org/drawingml/2006/main" r:embed="Rceb8178c6f864c5e"/>
          <ns0:srcRect xmlns:ns0="http://schemas.openxmlformats.org/drawingml/2006/main" l="66961" r="20931" t="28646" b="6771"/>
          <a:stretch xmlns:a="http://schemas.openxmlformats.org/drawingml/2006/main"/>
        </p:blipFill>
        <p:spPr>
          <a:xfrm xmlns:a="http://schemas.openxmlformats.org/drawingml/2006/main">
            <a:off x="9601200" y="2857500"/>
            <a:ext cx="910713" cy="914400"/>
          </a:xfrm>
          <a:prstGeom xmlns:a="http://schemas.openxmlformats.org/drawingml/2006/main" prst="rect">
            <a:avLst/>
          </a:prstGeom>
        </p:spPr>
      </p:pic>
      <p:sp>
        <p:nvSpPr>
          <p:cNvPr id="13"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PORTOFOLIO</a:t>
            </a:r>
          </a:p>
        </p:txBody>
      </p:sp>
      <p:sp>
        <p:nvSpPr>
          <p:cNvPr id="14"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5"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6"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8E2009F5-154B-4AD1-8C5A-2D67CEF5B69B}" type="slidenum">
              <a:rPr sz="1200" b="0" lang="id-ID">
                <a:solidFill>
                  <a:srgbClr val="536679"/>
                </a:solidFill>
                <a:latin typeface="Space Grotesk"/>
                <a:ea typeface="Space Grotesk"/>
                <a:cs typeface="Space Grotesk"/>
              </a:rPr>
              <a:t>12</a:t>
            </a:fld>
          </a:p>
        </p:txBody>
      </p:sp>
      <p:sp>
        <p:nvSpPr>
          <p:cNvPr id="17"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Portofolio utilitas</a:t>
            </a:r>
          </a:p>
        </p:txBody>
      </p:sp>
      <p:sp>
        <p:nvSpPr>
          <p:cNvPr id="18"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[Cakupan portofolio berdasarkan data terverifikasi]</a:t>
            </a:r>
          </a:p>
        </p:txBody>
      </p:sp>
      <p:sp>
        <p:nvSpPr>
          <p:cNvPr id="19" name="Isian 3"/>
          <p:cNvSpPr>
            <a:spLocks xmlns:a="http://schemas.openxmlformats.org/drawingml/2006/main" noGrp="1"/>
          </p:cNvSpPr>
          <p:nvPr>
            <p:ph type="body" idx="3" hasCustomPrompt="1"/>
          </p:nvPr>
        </p:nvSpPr>
        <p:spPr>
          <a:xfrm xmlns:a="http://schemas.openxmlformats.org/drawingml/2006/main">
            <a:off x="6096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Energi surya</a:t>
            </a:r>
          </a:p>
        </p:txBody>
      </p:sp>
      <p:sp>
        <p:nvSpPr>
          <p:cNvPr id="20" name="Isian 4"/>
          <p:cNvSpPr>
            <a:spLocks xmlns:a="http://schemas.openxmlformats.org/drawingml/2006/main" noGrp="1"/>
          </p:cNvSpPr>
          <p:nvPr>
            <p:ph type="body" idx="4" hasCustomPrompt="1"/>
          </p:nvPr>
        </p:nvSpPr>
        <p:spPr>
          <a:xfrm xmlns:a="http://schemas.openxmlformats.org/drawingml/2006/main">
            <a:off x="6096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21" name="Isian 5"/>
          <p:cNvSpPr>
            <a:spLocks xmlns:a="http://schemas.openxmlformats.org/drawingml/2006/main" noGrp="1"/>
          </p:cNvSpPr>
          <p:nvPr>
            <p:ph type="body" idx="5" hasCustomPrompt="1"/>
          </p:nvPr>
        </p:nvSpPr>
        <p:spPr>
          <a:xfrm xmlns:a="http://schemas.openxmlformats.org/drawingml/2006/main">
            <a:off x="28575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Kelistrikan</a:t>
            </a:r>
          </a:p>
        </p:txBody>
      </p:sp>
      <p:sp>
        <p:nvSpPr>
          <p:cNvPr id="22" name="Isian 6"/>
          <p:cNvSpPr>
            <a:spLocks xmlns:a="http://schemas.openxmlformats.org/drawingml/2006/main" noGrp="1"/>
          </p:cNvSpPr>
          <p:nvPr>
            <p:ph type="body" idx="6" hasCustomPrompt="1"/>
          </p:nvPr>
        </p:nvSpPr>
        <p:spPr>
          <a:xfrm xmlns:a="http://schemas.openxmlformats.org/drawingml/2006/main">
            <a:off x="28575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23" name="Isian 7"/>
          <p:cNvSpPr>
            <a:spLocks xmlns:a="http://schemas.openxmlformats.org/drawingml/2006/main" noGrp="1"/>
          </p:cNvSpPr>
          <p:nvPr>
            <p:ph type="body" idx="7" hasCustomPrompt="1"/>
          </p:nvPr>
        </p:nvSpPr>
        <p:spPr>
          <a:xfrm xmlns:a="http://schemas.openxmlformats.org/drawingml/2006/main">
            <a:off x="51054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Gas</a:t>
            </a:r>
          </a:p>
        </p:txBody>
      </p:sp>
      <p:sp>
        <p:nvSpPr>
          <p:cNvPr id="24" name="Isian 8"/>
          <p:cNvSpPr>
            <a:spLocks xmlns:a="http://schemas.openxmlformats.org/drawingml/2006/main" noGrp="1"/>
          </p:cNvSpPr>
          <p:nvPr>
            <p:ph type="body" idx="8" hasCustomPrompt="1"/>
          </p:nvPr>
        </p:nvSpPr>
        <p:spPr>
          <a:xfrm xmlns:a="http://schemas.openxmlformats.org/drawingml/2006/main">
            <a:off x="51054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25" name="Isian 9"/>
          <p:cNvSpPr>
            <a:spLocks xmlns:a="http://schemas.openxmlformats.org/drawingml/2006/main" noGrp="1"/>
          </p:cNvSpPr>
          <p:nvPr>
            <p:ph type="body" idx="9" hasCustomPrompt="1"/>
          </p:nvPr>
        </p:nvSpPr>
        <p:spPr>
          <a:xfrm xmlns:a="http://schemas.openxmlformats.org/drawingml/2006/main">
            <a:off x="73533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Air</a:t>
            </a:r>
          </a:p>
        </p:txBody>
      </p:sp>
      <p:sp>
        <p:nvSpPr>
          <p:cNvPr id="26" name="Isian 10"/>
          <p:cNvSpPr>
            <a:spLocks xmlns:a="http://schemas.openxmlformats.org/drawingml/2006/main" noGrp="1"/>
          </p:cNvSpPr>
          <p:nvPr>
            <p:ph type="body" idx="10" hasCustomPrompt="1"/>
          </p:nvPr>
        </p:nvSpPr>
        <p:spPr>
          <a:xfrm xmlns:a="http://schemas.openxmlformats.org/drawingml/2006/main">
            <a:off x="73533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27" name="Isian 11"/>
          <p:cNvSpPr>
            <a:spLocks xmlns:a="http://schemas.openxmlformats.org/drawingml/2006/main" noGrp="1"/>
          </p:cNvSpPr>
          <p:nvPr>
            <p:ph type="body" idx="11" hasCustomPrompt="1"/>
          </p:nvPr>
        </p:nvSpPr>
        <p:spPr>
          <a:xfrm xmlns:a="http://schemas.openxmlformats.org/drawingml/2006/main">
            <a:off x="96012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Parkir</a:t>
            </a:r>
          </a:p>
        </p:txBody>
      </p:sp>
      <p:sp>
        <p:nvSpPr>
          <p:cNvPr id="28" name="Isian 12"/>
          <p:cNvSpPr>
            <a:spLocks xmlns:a="http://schemas.openxmlformats.org/drawingml/2006/main" noGrp="1"/>
          </p:cNvSpPr>
          <p:nvPr>
            <p:ph type="body" idx="12" hasCustomPrompt="1"/>
          </p:nvPr>
        </p:nvSpPr>
        <p:spPr>
          <a:xfrm xmlns:a="http://schemas.openxmlformats.org/drawingml/2006/main">
            <a:off x="96012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29"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[daftar portofolio terverifikasi]. Data per [tanggal].</a:t>
            </a:r>
          </a:p>
        </p:txBody>
      </p:sp>
    </p:spTree>
  </p:cSld>
</p:sldLayout>
</file>

<file path=ppt/slideLayouts/slideLayout14.xml><?xml version="1.0" encoding="utf-8"?>
<p:sldLayout xmlns:p="http://schemas.openxmlformats.org/presentationml/2006/main" type="cust" preserve="1" showMasterSp="1">
  <p:cSld name="13 Profil proyek dan foto">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f191b7117eaf49be">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13030c60c2b84c09"/>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40"/>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41"/>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PROYEK</a:t>
            </a:r>
          </a:p>
        </p:txBody>
      </p:sp>
      <p:sp>
        <p:nvSpPr>
          <p:cNvPr id="9"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0"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1"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13</a:t>
            </a:fld>
          </a:p>
        </p:txBody>
      </p:sp>
      <p:sp>
        <p:nvSpPr>
          <p:cNvPr id="12"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[Nama proyek atau aset]</a:t>
            </a:r>
          </a:p>
        </p:txBody>
      </p:sp>
      <p:sp>
        <p:nvSpPr>
          <p:cNvPr id="13"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[Lokasi]. [Tahap pengembangan atau status operasi].</a:t>
            </a:r>
          </a:p>
        </p:txBody>
      </p:sp>
      <p:sp>
        <p:nvSpPr>
          <p:cNvPr id="14" name="Foto proyek"/>
          <p:cNvSpPr>
            <a:spLocks xmlns:a="http://schemas.openxmlformats.org/drawingml/2006/main" noGrp="1"/>
          </p:cNvSpPr>
          <p:nvPr>
            <p:ph type="pic" idx="3" hasCustomPrompt="1"/>
          </p:nvPr>
        </p:nvSpPr>
        <p:spPr>
          <a:xfrm xmlns:a="http://schemas.openxmlformats.org/drawingml/2006/main">
            <a:off x="609600" y="2705100"/>
            <a:ext cx="6019800" cy="28575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0" lang="id-ID">
                <a:solidFill>
                  <a:srgbClr val="536679"/>
                </a:solidFill>
                <a:latin typeface="Space Grotesk"/>
                <a:ea typeface="Space Grotesk"/>
                <a:cs typeface="Space Grotesk"/>
              </a:defRPr>
            </a:pPr>
            <a:r>
              <a:rPr sz="1950" b="0" lang="id-ID">
                <a:solidFill>
                  <a:srgbClr val="536679"/>
                </a:solidFill>
                <a:latin typeface="Space Grotesk"/>
                <a:ea typeface="Space Grotesk"/>
                <a:cs typeface="Space Grotesk"/>
              </a:rPr>
              <a:t>[Foto proyek / aset]</a:t>
            </a:r>
          </a:p>
          <a:p xmlns:a="http://schemas.openxmlformats.org/drawingml/2006/main">
            <a:r>
              <a:t/>
            </a:r>
          </a:p>
          <a:p xmlns:a="http://schemas.openxmlformats.org/drawingml/2006/main">
            <a:pPr algn="ctr">
              <a:defRPr sz="1950" b="0" lang="id-ID">
                <a:solidFill>
                  <a:srgbClr val="536679"/>
                </a:solidFill>
                <a:latin typeface="Space Grotesk"/>
                <a:ea typeface="Space Grotesk"/>
                <a:cs typeface="Space Grotesk"/>
              </a:defRPr>
            </a:pPr>
            <a:r>
              <a:rPr sz="1950" b="0" lang="id-ID">
                <a:solidFill>
                  <a:srgbClr val="536679"/>
                </a:solidFill>
                <a:latin typeface="Space Grotesk"/>
                <a:ea typeface="Space Grotesk"/>
                <a:cs typeface="Space Grotesk"/>
              </a:rPr>
              <a:t>Ganti dengan dokumentasi resmi</a:t>
            </a:r>
          </a:p>
        </p:txBody>
      </p:sp>
      <p:sp>
        <p:nvSpPr>
          <p:cNvPr id="15" name="Isian 4"/>
          <p:cNvSpPr>
            <a:spLocks xmlns:a="http://schemas.openxmlformats.org/drawingml/2006/main" noGrp="1"/>
          </p:cNvSpPr>
          <p:nvPr>
            <p:ph type="body" idx="4" hasCustomPrompt="1"/>
          </p:nvPr>
        </p:nvSpPr>
        <p:spPr>
          <a:xfrm xmlns:a="http://schemas.openxmlformats.org/drawingml/2006/main">
            <a:off x="7239000" y="2724150"/>
            <a:ext cx="4343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lang="id-ID">
                <a:solidFill>
                  <a:srgbClr val="004999"/>
                </a:solidFill>
                <a:latin typeface="Space Grotesk"/>
                <a:ea typeface="Space Grotesk"/>
                <a:cs typeface="Space Grotesk"/>
              </a:defRPr>
            </a:pPr>
            <a:r>
              <a:rPr sz="2250" b="1" lang="id-ID">
                <a:solidFill>
                  <a:srgbClr val="004999"/>
                </a:solidFill>
                <a:latin typeface="Space Grotesk"/>
                <a:ea typeface="Space Grotesk"/>
                <a:cs typeface="Space Grotesk"/>
              </a:rPr>
              <a:t>Ringkasan proyek</a:t>
            </a:r>
          </a:p>
        </p:txBody>
      </p:sp>
      <p:sp>
        <p:nvSpPr>
          <p:cNvPr id="16" name="Isian 5"/>
          <p:cNvSpPr>
            <a:spLocks xmlns:a="http://schemas.openxmlformats.org/drawingml/2006/main" noGrp="1"/>
          </p:cNvSpPr>
          <p:nvPr>
            <p:ph type="body" idx="5" hasCustomPrompt="1"/>
          </p:nvPr>
        </p:nvSpPr>
        <p:spPr>
          <a:xfrm xmlns:a="http://schemas.openxmlformats.org/drawingml/2006/main">
            <a:off x="7239000" y="3352800"/>
            <a:ext cx="43434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[Tujuan dan manfaat]</a:t>
            </a:r>
          </a:p>
          <a:p xmlns:a="http://schemas.openxmlformats.org/drawingml/2006/main">
            <a:r>
              <a:t/>
            </a:r>
          </a:p>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[Lingkup pekerjaan]</a:t>
            </a:r>
          </a:p>
          <a:p xmlns:a="http://schemas.openxmlformats.org/drawingml/2006/main">
            <a:r>
              <a:t/>
            </a:r>
          </a:p>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[Penanggung jawab]</a:t>
            </a:r>
          </a:p>
          <a:p xmlns:a="http://schemas.openxmlformats.org/drawingml/2006/main">
            <a:r>
              <a:t/>
            </a:r>
          </a:p>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[Milestone berikutnya]</a:t>
            </a:r>
          </a:p>
        </p:txBody>
      </p:sp>
      <p:sp>
        <p:nvSpPr>
          <p:cNvPr id="17"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foto: [unit / fotografer]. Tanggal: [tanggal foto]. Data proyek per [tanggal].</a:t>
            </a:r>
          </a:p>
        </p:txBody>
      </p:sp>
    </p:spTree>
  </p:cSld>
</p:sldLayout>
</file>

<file path=ppt/slideLayouts/slideLayout15.xml><?xml version="1.0" encoding="utf-8"?>
<p:sldLayout xmlns:p="http://schemas.openxmlformats.org/presentationml/2006/main" type="cust" preserve="1" showMasterSp="1">
  <p:cSld name="14 Jadwal pelaksanaan">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margin data"/>
          <p:cNvPicPr>
            <a:picLocks xmlns:a="http://schemas.openxmlformats.org/drawingml/2006/main" noChangeAspect="1"/>
          </p:cNvPicPr>
          <p:nvPr/>
        </p:nvPicPr>
        <p:blipFill>
          <a:blip xmlns:r="http://schemas.openxmlformats.org/officeDocument/2006/relationships" xmlns:a="http://schemas.openxmlformats.org/drawingml/2006/main" r:embed="R40e7883175684686">
            <a:alphaModFix amt="85000"/>
          </a:blip>
          <ns0:srcRect xmlns:ns0="http://schemas.openxmlformats.org/drawingml/2006/main" l="61198" t="18704" r="26479" b="18704"/>
          <a:stretch xmlns:a="http://schemas.openxmlformats.org/drawingml/2006/main"/>
        </p:blipFill>
        <p:spPr>
          <a:xfrm xmlns:a="http://schemas.openxmlformats.org/drawingml/2006/main">
            <a:off x="11658600" y="1066800"/>
            <a:ext cx="533400" cy="1524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292eb42b63d74c5f"/>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42"/>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43"/>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44"/>
          <p:cNvSpPr>
            <a:spLocks xmlns:a="http://schemas.openxmlformats.org/drawingml/2006/main" noGrp="1"/>
          </p:cNvSpPr>
          <p:nvPr/>
        </p:nvSpPr>
        <p:spPr>
          <a:xfrm xmlns:a="http://schemas.openxmlformats.org/drawingml/2006/main">
            <a:off x="609600" y="3246120"/>
            <a:ext cx="10972800" cy="0"/>
          </a:xfrm>
          <a:prstGeom xmlns:a="http://schemas.openxmlformats.org/drawingml/2006/main" prst="line">
            <a:avLst/>
          </a:prstGeom>
          <a:noFill xmlns:a="http://schemas.openxmlformats.org/drawingml/2006/main"/>
          <a:ln xmlns:a="http://schemas.openxmlformats.org/drawingml/2006/main" w="14288">
            <a:solidFill>
              <a:srgbClr val="004999"/>
            </a:solidFill>
          </a:ln>
        </p:spPr>
      </p:sp>
      <p:sp>
        <p:nvSpPr>
          <p:cNvPr id="9" name="Garis pemisah 45"/>
          <p:cNvSpPr>
            <a:spLocks xmlns:a="http://schemas.openxmlformats.org/drawingml/2006/main" noGrp="1"/>
          </p:cNvSpPr>
          <p:nvPr/>
        </p:nvSpPr>
        <p:spPr>
          <a:xfrm xmlns:a="http://schemas.openxmlformats.org/drawingml/2006/main">
            <a:off x="609600" y="380619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46"/>
          <p:cNvSpPr>
            <a:spLocks xmlns:a="http://schemas.openxmlformats.org/drawingml/2006/main" noGrp="1"/>
          </p:cNvSpPr>
          <p:nvPr/>
        </p:nvSpPr>
        <p:spPr>
          <a:xfrm xmlns:a="http://schemas.openxmlformats.org/drawingml/2006/main">
            <a:off x="609600" y="436626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Garis pemisah 47"/>
          <p:cNvSpPr>
            <a:spLocks xmlns:a="http://schemas.openxmlformats.org/drawingml/2006/main" noGrp="1"/>
          </p:cNvSpPr>
          <p:nvPr/>
        </p:nvSpPr>
        <p:spPr>
          <a:xfrm xmlns:a="http://schemas.openxmlformats.org/drawingml/2006/main">
            <a:off x="609600" y="492633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Garis pemisah 48"/>
          <p:cNvSpPr>
            <a:spLocks xmlns:a="http://schemas.openxmlformats.org/drawingml/2006/main" noGrp="1"/>
          </p:cNvSpPr>
          <p:nvPr/>
        </p:nvSpPr>
        <p:spPr>
          <a:xfrm xmlns:a="http://schemas.openxmlformats.org/drawingml/2006/main">
            <a:off x="609600" y="548640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3"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PELAKSANAAN</a:t>
            </a:r>
          </a:p>
        </p:txBody>
      </p:sp>
      <p:sp>
        <p:nvSpPr>
          <p:cNvPr id="14"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5"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6"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BCCA25B2-488F-4BFB-85FA-F283A60DFA34}" type="slidenum">
              <a:rPr sz="1200" b="0" lang="id-ID">
                <a:solidFill>
                  <a:srgbClr val="536679"/>
                </a:solidFill>
                <a:latin typeface="Space Grotesk"/>
                <a:ea typeface="Space Grotesk"/>
                <a:cs typeface="Space Grotesk"/>
              </a:rPr>
              <a:t>14</a:t>
            </a:fld>
          </a:p>
        </p:txBody>
      </p:sp>
      <p:sp>
        <p:nvSpPr>
          <p:cNvPr id="17"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Jadwal pelaksanaan</a:t>
            </a:r>
          </a:p>
        </p:txBody>
      </p:sp>
      <p:sp>
        <p:nvSpPr>
          <p:cNvPr id="18"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[Program]. [Periode pelaksanaan].</a:t>
            </a:r>
          </a:p>
        </p:txBody>
      </p:sp>
      <p:sp>
        <p:nvSpPr>
          <p:cNvPr id="19" name="Tabel yang dapat diedit"/>
          <p:cNvSpPr/>
          <p:nvPr>
            <p:ph type="tbl" idx="3" hasCustomPrompt="1"/>
          </p:nvPr>
        </p:nvSpPr>
        <p:spPr>
          <ns1:xfrm xmlns:ns1="http://schemas.openxmlformats.org/drawingml/2006/main">
            <ns1:off x="609600" y="2686050"/>
            <ns1:ext cx="10972800" cy="28003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ns6:lstStyle xmlns:ns6="http://schemas.openxmlformats.org/drawingml/2006/main"/>
          <ns7:p xmlns:ns7="http://schemas.openxmlformats.org/drawingml/2006/main"/>
        </p:txBody>
      </p:sp>
      <p:sp>
        <p:nvSpPr>
          <p:cNvPr id="20"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[rencana kerja]. Versi: [nomor]. Diperbarui: [tanggal].</a:t>
            </a:r>
          </a:p>
        </p:txBody>
      </p:sp>
    </p:spTree>
  </p:cSld>
</p:sldLayout>
</file>

<file path=ppt/slideLayouts/slideLayout16.xml><?xml version="1.0" encoding="utf-8"?>
<p:sldLayout xmlns:p="http://schemas.openxmlformats.org/presentationml/2006/main" type="cust" preserve="1" showMasterSp="1">
  <p:cSld name="15 Tahapan proses">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06cf976561164cee">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4462ad4a0b23431a"/>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49"/>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50"/>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51"/>
          <p:cNvSpPr>
            <a:spLocks xmlns:a="http://schemas.openxmlformats.org/drawingml/2006/main" noGrp="1"/>
          </p:cNvSpPr>
          <p:nvPr/>
        </p:nvSpPr>
        <p:spPr>
          <a:xfrm xmlns:a="http://schemas.openxmlformats.org/drawingml/2006/main">
            <a:off x="609600" y="3524250"/>
            <a:ext cx="25146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9" name="Garis pemisah 52"/>
          <p:cNvSpPr>
            <a:spLocks xmlns:a="http://schemas.openxmlformats.org/drawingml/2006/main" noGrp="1"/>
          </p:cNvSpPr>
          <p:nvPr/>
        </p:nvSpPr>
        <p:spPr>
          <a:xfrm xmlns:a="http://schemas.openxmlformats.org/drawingml/2006/main">
            <a:off x="3429000" y="3524250"/>
            <a:ext cx="25146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10" name="Garis pemisah 53"/>
          <p:cNvSpPr>
            <a:spLocks xmlns:a="http://schemas.openxmlformats.org/drawingml/2006/main" noGrp="1"/>
          </p:cNvSpPr>
          <p:nvPr/>
        </p:nvSpPr>
        <p:spPr>
          <a:xfrm xmlns:a="http://schemas.openxmlformats.org/drawingml/2006/main">
            <a:off x="6248400" y="3524250"/>
            <a:ext cx="25146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11" name="Garis pemisah 54"/>
          <p:cNvSpPr>
            <a:spLocks xmlns:a="http://schemas.openxmlformats.org/drawingml/2006/main" noGrp="1"/>
          </p:cNvSpPr>
          <p:nvPr/>
        </p:nvSpPr>
        <p:spPr>
          <a:xfrm xmlns:a="http://schemas.openxmlformats.org/drawingml/2006/main">
            <a:off x="9067800" y="3524250"/>
            <a:ext cx="25146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12"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PROSES</a:t>
            </a:r>
          </a:p>
        </p:txBody>
      </p:sp>
      <p:sp>
        <p:nvSpPr>
          <p:cNvPr id="13"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5"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17870ECB-A19B-4E21-A497-7BF4AC822722}" type="slidenum">
              <a:rPr sz="1200" b="0" lang="id-ID">
                <a:solidFill>
                  <a:srgbClr val="536679"/>
                </a:solidFill>
                <a:latin typeface="Space Grotesk"/>
                <a:ea typeface="Space Grotesk"/>
                <a:cs typeface="Space Grotesk"/>
              </a:rPr>
              <a:t>15</a:t>
            </a:fld>
          </a:p>
        </p:txBody>
      </p:sp>
      <p:sp>
        <p:nvSpPr>
          <p:cNvPr id="16"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[Nama proses atau alur kerja]</a:t>
            </a:r>
          </a:p>
        </p:txBody>
      </p:sp>
      <p:sp>
        <p:nvSpPr>
          <p:cNvPr id="17"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[Titik awal, hasil akhir, dan cakupan proses]</a:t>
            </a:r>
          </a:p>
        </p:txBody>
      </p:sp>
      <p:sp>
        <p:nvSpPr>
          <p:cNvPr id="18" name="Isian 3"/>
          <p:cNvSpPr>
            <a:spLocks xmlns:a="http://schemas.openxmlformats.org/drawingml/2006/main" noGrp="1"/>
          </p:cNvSpPr>
          <p:nvPr>
            <p:ph type="body" idx="3" hasCustomPrompt="1"/>
          </p:nvPr>
        </p:nvSpPr>
        <p:spPr>
          <a:xfrm xmlns:a="http://schemas.openxmlformats.org/drawingml/2006/main">
            <a:off x="609600"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04999"/>
                </a:solidFill>
                <a:latin typeface="Space Grotesk"/>
                <a:ea typeface="Space Grotesk"/>
                <a:cs typeface="Space Grotesk"/>
              </a:defRPr>
            </a:pPr>
            <a:r>
              <a:rPr sz="3300" b="1" lang="id-ID">
                <a:solidFill>
                  <a:srgbClr val="004999"/>
                </a:solidFill>
                <a:latin typeface="Space Grotesk"/>
                <a:ea typeface="Space Grotesk"/>
                <a:cs typeface="Space Grotesk"/>
              </a:rPr>
              <a:t>01</a:t>
            </a:r>
          </a:p>
        </p:txBody>
      </p:sp>
      <p:sp>
        <p:nvSpPr>
          <p:cNvPr id="19" name="Isian 4"/>
          <p:cNvSpPr>
            <a:spLocks xmlns:a="http://schemas.openxmlformats.org/drawingml/2006/main" noGrp="1"/>
          </p:cNvSpPr>
          <p:nvPr>
            <p:ph type="body" idx="4" hasCustomPrompt="1"/>
          </p:nvPr>
        </p:nvSpPr>
        <p:spPr>
          <a:xfrm xmlns:a="http://schemas.openxmlformats.org/drawingml/2006/main">
            <a:off x="609600" y="38576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lang="id-ID">
                <a:solidFill>
                  <a:srgbClr val="011627"/>
                </a:solidFill>
                <a:latin typeface="Space Grotesk"/>
                <a:ea typeface="Space Grotesk"/>
                <a:cs typeface="Space Grotesk"/>
              </a:defRPr>
            </a:pPr>
            <a:r>
              <a:rPr sz="2100" b="1" lang="id-ID">
                <a:solidFill>
                  <a:srgbClr val="011627"/>
                </a:solidFill>
                <a:latin typeface="Space Grotesk"/>
                <a:ea typeface="Space Grotesk"/>
                <a:cs typeface="Space Grotesk"/>
              </a:rPr>
              <a:t>[Tahap pertama]</a:t>
            </a:r>
          </a:p>
        </p:txBody>
      </p:sp>
      <p:sp>
        <p:nvSpPr>
          <p:cNvPr id="20" name="Isian 5"/>
          <p:cNvSpPr>
            <a:spLocks xmlns:a="http://schemas.openxmlformats.org/drawingml/2006/main" noGrp="1"/>
          </p:cNvSpPr>
          <p:nvPr>
            <p:ph type="body" idx="5" hasCustomPrompt="1"/>
          </p:nvPr>
        </p:nvSpPr>
        <p:spPr>
          <a:xfrm xmlns:a="http://schemas.openxmlformats.org/drawingml/2006/main">
            <a:off x="609600" y="47910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[Masukan dan PIC]</a:t>
            </a:r>
          </a:p>
        </p:txBody>
      </p:sp>
      <p:sp>
        <p:nvSpPr>
          <p:cNvPr id="21" name="Isian 6"/>
          <p:cNvSpPr>
            <a:spLocks xmlns:a="http://schemas.openxmlformats.org/drawingml/2006/main" noGrp="1"/>
          </p:cNvSpPr>
          <p:nvPr>
            <p:ph type="body" idx="6" hasCustomPrompt="1"/>
          </p:nvPr>
        </p:nvSpPr>
        <p:spPr>
          <a:xfrm xmlns:a="http://schemas.openxmlformats.org/drawingml/2006/main">
            <a:off x="609600" y="527685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[Hasil tahap]</a:t>
            </a:r>
          </a:p>
        </p:txBody>
      </p:sp>
      <p:sp>
        <p:nvSpPr>
          <p:cNvPr id="22" name="Isian 7"/>
          <p:cNvSpPr>
            <a:spLocks xmlns:a="http://schemas.openxmlformats.org/drawingml/2006/main" noGrp="1"/>
          </p:cNvSpPr>
          <p:nvPr>
            <p:ph type="body" idx="7" hasCustomPrompt="1"/>
          </p:nvPr>
        </p:nvSpPr>
        <p:spPr>
          <a:xfrm xmlns:a="http://schemas.openxmlformats.org/drawingml/2006/main">
            <a:off x="3429000"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04999"/>
                </a:solidFill>
                <a:latin typeface="Space Grotesk"/>
                <a:ea typeface="Space Grotesk"/>
                <a:cs typeface="Space Grotesk"/>
              </a:defRPr>
            </a:pPr>
            <a:r>
              <a:rPr sz="3300" b="1" lang="id-ID">
                <a:solidFill>
                  <a:srgbClr val="004999"/>
                </a:solidFill>
                <a:latin typeface="Space Grotesk"/>
                <a:ea typeface="Space Grotesk"/>
                <a:cs typeface="Space Grotesk"/>
              </a:rPr>
              <a:t>02</a:t>
            </a:r>
          </a:p>
        </p:txBody>
      </p:sp>
      <p:sp>
        <p:nvSpPr>
          <p:cNvPr id="23" name="Isian 8"/>
          <p:cNvSpPr>
            <a:spLocks xmlns:a="http://schemas.openxmlformats.org/drawingml/2006/main" noGrp="1"/>
          </p:cNvSpPr>
          <p:nvPr>
            <p:ph type="body" idx="8" hasCustomPrompt="1"/>
          </p:nvPr>
        </p:nvSpPr>
        <p:spPr>
          <a:xfrm xmlns:a="http://schemas.openxmlformats.org/drawingml/2006/main">
            <a:off x="3429000" y="38576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lang="id-ID">
                <a:solidFill>
                  <a:srgbClr val="011627"/>
                </a:solidFill>
                <a:latin typeface="Space Grotesk"/>
                <a:ea typeface="Space Grotesk"/>
                <a:cs typeface="Space Grotesk"/>
              </a:defRPr>
            </a:pPr>
            <a:r>
              <a:rPr sz="2100" b="1" lang="id-ID">
                <a:solidFill>
                  <a:srgbClr val="011627"/>
                </a:solidFill>
                <a:latin typeface="Space Grotesk"/>
                <a:ea typeface="Space Grotesk"/>
                <a:cs typeface="Space Grotesk"/>
              </a:rPr>
              <a:t>[Tahap kedua]</a:t>
            </a:r>
          </a:p>
        </p:txBody>
      </p:sp>
      <p:sp>
        <p:nvSpPr>
          <p:cNvPr id="24" name="Isian 9"/>
          <p:cNvSpPr>
            <a:spLocks xmlns:a="http://schemas.openxmlformats.org/drawingml/2006/main" noGrp="1"/>
          </p:cNvSpPr>
          <p:nvPr>
            <p:ph type="body" idx="9" hasCustomPrompt="1"/>
          </p:nvPr>
        </p:nvSpPr>
        <p:spPr>
          <a:xfrm xmlns:a="http://schemas.openxmlformats.org/drawingml/2006/main">
            <a:off x="3429000" y="47910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[Masukan dan PIC]</a:t>
            </a:r>
          </a:p>
        </p:txBody>
      </p:sp>
      <p:sp>
        <p:nvSpPr>
          <p:cNvPr id="25" name="Isian 10"/>
          <p:cNvSpPr>
            <a:spLocks xmlns:a="http://schemas.openxmlformats.org/drawingml/2006/main" noGrp="1"/>
          </p:cNvSpPr>
          <p:nvPr>
            <p:ph type="body" idx="10" hasCustomPrompt="1"/>
          </p:nvPr>
        </p:nvSpPr>
        <p:spPr>
          <a:xfrm xmlns:a="http://schemas.openxmlformats.org/drawingml/2006/main">
            <a:off x="3429000" y="527685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[Hasil tahap]</a:t>
            </a:r>
          </a:p>
        </p:txBody>
      </p:sp>
      <p:sp>
        <p:nvSpPr>
          <p:cNvPr id="26" name="Isian 11"/>
          <p:cNvSpPr>
            <a:spLocks xmlns:a="http://schemas.openxmlformats.org/drawingml/2006/main" noGrp="1"/>
          </p:cNvSpPr>
          <p:nvPr>
            <p:ph type="body" idx="11" hasCustomPrompt="1"/>
          </p:nvPr>
        </p:nvSpPr>
        <p:spPr>
          <a:xfrm xmlns:a="http://schemas.openxmlformats.org/drawingml/2006/main">
            <a:off x="6248400"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04999"/>
                </a:solidFill>
                <a:latin typeface="Space Grotesk"/>
                <a:ea typeface="Space Grotesk"/>
                <a:cs typeface="Space Grotesk"/>
              </a:defRPr>
            </a:pPr>
            <a:r>
              <a:rPr sz="3300" b="1" lang="id-ID">
                <a:solidFill>
                  <a:srgbClr val="004999"/>
                </a:solidFill>
                <a:latin typeface="Space Grotesk"/>
                <a:ea typeface="Space Grotesk"/>
                <a:cs typeface="Space Grotesk"/>
              </a:rPr>
              <a:t>03</a:t>
            </a:r>
          </a:p>
        </p:txBody>
      </p:sp>
      <p:sp>
        <p:nvSpPr>
          <p:cNvPr id="27" name="Isian 12"/>
          <p:cNvSpPr>
            <a:spLocks xmlns:a="http://schemas.openxmlformats.org/drawingml/2006/main" noGrp="1"/>
          </p:cNvSpPr>
          <p:nvPr>
            <p:ph type="body" idx="12" hasCustomPrompt="1"/>
          </p:nvPr>
        </p:nvSpPr>
        <p:spPr>
          <a:xfrm xmlns:a="http://schemas.openxmlformats.org/drawingml/2006/main">
            <a:off x="6248400" y="38576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lang="id-ID">
                <a:solidFill>
                  <a:srgbClr val="011627"/>
                </a:solidFill>
                <a:latin typeface="Space Grotesk"/>
                <a:ea typeface="Space Grotesk"/>
                <a:cs typeface="Space Grotesk"/>
              </a:defRPr>
            </a:pPr>
            <a:r>
              <a:rPr sz="2100" b="1" lang="id-ID">
                <a:solidFill>
                  <a:srgbClr val="011627"/>
                </a:solidFill>
                <a:latin typeface="Space Grotesk"/>
                <a:ea typeface="Space Grotesk"/>
                <a:cs typeface="Space Grotesk"/>
              </a:rPr>
              <a:t>[Tahap ketiga]</a:t>
            </a:r>
          </a:p>
        </p:txBody>
      </p:sp>
      <p:sp>
        <p:nvSpPr>
          <p:cNvPr id="28" name="Isian 13"/>
          <p:cNvSpPr>
            <a:spLocks xmlns:a="http://schemas.openxmlformats.org/drawingml/2006/main" noGrp="1"/>
          </p:cNvSpPr>
          <p:nvPr>
            <p:ph type="body" idx="13" hasCustomPrompt="1"/>
          </p:nvPr>
        </p:nvSpPr>
        <p:spPr>
          <a:xfrm xmlns:a="http://schemas.openxmlformats.org/drawingml/2006/main">
            <a:off x="6248400" y="47910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[Masukan dan PIC]</a:t>
            </a:r>
          </a:p>
        </p:txBody>
      </p:sp>
      <p:sp>
        <p:nvSpPr>
          <p:cNvPr id="29" name="Isian 14"/>
          <p:cNvSpPr>
            <a:spLocks xmlns:a="http://schemas.openxmlformats.org/drawingml/2006/main" noGrp="1"/>
          </p:cNvSpPr>
          <p:nvPr>
            <p:ph type="body" idx="14" hasCustomPrompt="1"/>
          </p:nvPr>
        </p:nvSpPr>
        <p:spPr>
          <a:xfrm xmlns:a="http://schemas.openxmlformats.org/drawingml/2006/main">
            <a:off x="6248400" y="527685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[Hasil tahap]</a:t>
            </a:r>
          </a:p>
        </p:txBody>
      </p:sp>
      <p:sp>
        <p:nvSpPr>
          <p:cNvPr id="30" name="Isian 15"/>
          <p:cNvSpPr>
            <a:spLocks xmlns:a="http://schemas.openxmlformats.org/drawingml/2006/main" noGrp="1"/>
          </p:cNvSpPr>
          <p:nvPr>
            <p:ph type="body" idx="15" hasCustomPrompt="1"/>
          </p:nvPr>
        </p:nvSpPr>
        <p:spPr>
          <a:xfrm xmlns:a="http://schemas.openxmlformats.org/drawingml/2006/main">
            <a:off x="9067800"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04999"/>
                </a:solidFill>
                <a:latin typeface="Space Grotesk"/>
                <a:ea typeface="Space Grotesk"/>
                <a:cs typeface="Space Grotesk"/>
              </a:defRPr>
            </a:pPr>
            <a:r>
              <a:rPr sz="3300" b="1" lang="id-ID">
                <a:solidFill>
                  <a:srgbClr val="004999"/>
                </a:solidFill>
                <a:latin typeface="Space Grotesk"/>
                <a:ea typeface="Space Grotesk"/>
                <a:cs typeface="Space Grotesk"/>
              </a:rPr>
              <a:t>04</a:t>
            </a:r>
          </a:p>
        </p:txBody>
      </p:sp>
      <p:sp>
        <p:nvSpPr>
          <p:cNvPr id="31" name="Isian 16"/>
          <p:cNvSpPr>
            <a:spLocks xmlns:a="http://schemas.openxmlformats.org/drawingml/2006/main" noGrp="1"/>
          </p:cNvSpPr>
          <p:nvPr>
            <p:ph type="body" idx="16" hasCustomPrompt="1"/>
          </p:nvPr>
        </p:nvSpPr>
        <p:spPr>
          <a:xfrm xmlns:a="http://schemas.openxmlformats.org/drawingml/2006/main">
            <a:off x="9067800" y="38576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lang="id-ID">
                <a:solidFill>
                  <a:srgbClr val="011627"/>
                </a:solidFill>
                <a:latin typeface="Space Grotesk"/>
                <a:ea typeface="Space Grotesk"/>
                <a:cs typeface="Space Grotesk"/>
              </a:defRPr>
            </a:pPr>
            <a:r>
              <a:rPr sz="2100" b="1" lang="id-ID">
                <a:solidFill>
                  <a:srgbClr val="011627"/>
                </a:solidFill>
                <a:latin typeface="Space Grotesk"/>
                <a:ea typeface="Space Grotesk"/>
                <a:cs typeface="Space Grotesk"/>
              </a:rPr>
              <a:t>[Tahap keempat]</a:t>
            </a:r>
          </a:p>
        </p:txBody>
      </p:sp>
      <p:sp>
        <p:nvSpPr>
          <p:cNvPr id="32" name="Isian 17"/>
          <p:cNvSpPr>
            <a:spLocks xmlns:a="http://schemas.openxmlformats.org/drawingml/2006/main" noGrp="1"/>
          </p:cNvSpPr>
          <p:nvPr>
            <p:ph type="body" idx="17" hasCustomPrompt="1"/>
          </p:nvPr>
        </p:nvSpPr>
        <p:spPr>
          <a:xfrm xmlns:a="http://schemas.openxmlformats.org/drawingml/2006/main">
            <a:off x="9067800" y="47910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[Masukan dan PIC]</a:t>
            </a:r>
          </a:p>
        </p:txBody>
      </p:sp>
      <p:sp>
        <p:nvSpPr>
          <p:cNvPr id="33" name="Isian 18"/>
          <p:cNvSpPr>
            <a:spLocks xmlns:a="http://schemas.openxmlformats.org/drawingml/2006/main" noGrp="1"/>
          </p:cNvSpPr>
          <p:nvPr>
            <p:ph type="body" idx="18" hasCustomPrompt="1"/>
          </p:nvPr>
        </p:nvSpPr>
        <p:spPr>
          <a:xfrm xmlns:a="http://schemas.openxmlformats.org/drawingml/2006/main">
            <a:off x="9067800" y="527685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[Hasil tahap]</a:t>
            </a:r>
          </a:p>
        </p:txBody>
      </p:sp>
      <p:sp>
        <p:nvSpPr>
          <p:cNvPr id="34"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Acuan: [SOP atau kebijakan]. Versi: [nomor]. Penanggung jawab proses: [unit].</a:t>
            </a:r>
          </a:p>
        </p:txBody>
      </p:sp>
    </p:spTree>
  </p:cSld>
</p:sldLayout>
</file>

<file path=ppt/slideLayouts/slideLayout17.xml><?xml version="1.0" encoding="utf-8"?>
<p:sldLayout xmlns:p="http://schemas.openxmlformats.org/presentationml/2006/main" type="cust" preserve="1" showMasterSp="1">
  <p:cSld name="16 Risiko prioritas">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margin data"/>
          <p:cNvPicPr>
            <a:picLocks xmlns:a="http://schemas.openxmlformats.org/drawingml/2006/main" noChangeAspect="1"/>
          </p:cNvPicPr>
          <p:nvPr/>
        </p:nvPicPr>
        <p:blipFill>
          <a:blip xmlns:r="http://schemas.openxmlformats.org/officeDocument/2006/relationships" xmlns:a="http://schemas.openxmlformats.org/drawingml/2006/main" r:embed="Rd8f99e2e89de4c6f">
            <a:alphaModFix amt="85000"/>
          </a:blip>
          <ns0:srcRect xmlns:ns0="http://schemas.openxmlformats.org/drawingml/2006/main" l="61198" t="18704" r="26479" b="18704"/>
          <a:stretch xmlns:a="http://schemas.openxmlformats.org/drawingml/2006/main"/>
        </p:blipFill>
        <p:spPr>
          <a:xfrm xmlns:a="http://schemas.openxmlformats.org/drawingml/2006/main">
            <a:off x="11658600" y="1066800"/>
            <a:ext cx="533400" cy="1524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a56df2d5b4bb435a"/>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55"/>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56"/>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57"/>
          <p:cNvSpPr>
            <a:spLocks xmlns:a="http://schemas.openxmlformats.org/drawingml/2006/main" noGrp="1"/>
          </p:cNvSpPr>
          <p:nvPr/>
        </p:nvSpPr>
        <p:spPr>
          <a:xfrm xmlns:a="http://schemas.openxmlformats.org/drawingml/2006/main">
            <a:off x="609600" y="3362325"/>
            <a:ext cx="10972800" cy="0"/>
          </a:xfrm>
          <a:prstGeom xmlns:a="http://schemas.openxmlformats.org/drawingml/2006/main" prst="line">
            <a:avLst/>
          </a:prstGeom>
          <a:noFill xmlns:a="http://schemas.openxmlformats.org/drawingml/2006/main"/>
          <a:ln xmlns:a="http://schemas.openxmlformats.org/drawingml/2006/main" w="14288">
            <a:solidFill>
              <a:srgbClr val="004999"/>
            </a:solidFill>
          </a:ln>
        </p:spPr>
      </p:sp>
      <p:sp>
        <p:nvSpPr>
          <p:cNvPr id="9" name="Garis pemisah 58"/>
          <p:cNvSpPr>
            <a:spLocks xmlns:a="http://schemas.openxmlformats.org/drawingml/2006/main" noGrp="1"/>
          </p:cNvSpPr>
          <p:nvPr/>
        </p:nvSpPr>
        <p:spPr>
          <a:xfrm xmlns:a="http://schemas.openxmlformats.org/drawingml/2006/main">
            <a:off x="609600" y="403860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59"/>
          <p:cNvSpPr>
            <a:spLocks xmlns:a="http://schemas.openxmlformats.org/drawingml/2006/main" noGrp="1"/>
          </p:cNvSpPr>
          <p:nvPr/>
        </p:nvSpPr>
        <p:spPr>
          <a:xfrm xmlns:a="http://schemas.openxmlformats.org/drawingml/2006/main">
            <a:off x="609600" y="4714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Garis pemisah 60"/>
          <p:cNvSpPr>
            <a:spLocks xmlns:a="http://schemas.openxmlformats.org/drawingml/2006/main" noGrp="1"/>
          </p:cNvSpPr>
          <p:nvPr/>
        </p:nvSpPr>
        <p:spPr>
          <a:xfrm xmlns:a="http://schemas.openxmlformats.org/drawingml/2006/main">
            <a:off x="609600" y="539115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RISIKO</a:t>
            </a:r>
          </a:p>
        </p:txBody>
      </p:sp>
      <p:sp>
        <p:nvSpPr>
          <p:cNvPr id="13"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5"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08BBE0D5-AD8C-428C-8A7D-963282776A4E}" type="slidenum">
              <a:rPr sz="1200" b="0" lang="id-ID">
                <a:solidFill>
                  <a:srgbClr val="536679"/>
                </a:solidFill>
                <a:latin typeface="Space Grotesk"/>
                <a:ea typeface="Space Grotesk"/>
                <a:cs typeface="Space Grotesk"/>
              </a:rPr>
              <a:t>16</a:t>
            </a:fld>
          </a:p>
        </p:txBody>
      </p:sp>
      <p:sp>
        <p:nvSpPr>
          <p:cNvPr id="16"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Risiko prioritas</a:t>
            </a:r>
          </a:p>
        </p:txBody>
      </p:sp>
      <p:sp>
        <p:nvSpPr>
          <p:cNvPr id="17"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[Program / unit]. [Periode penilaian].</a:t>
            </a:r>
          </a:p>
        </p:txBody>
      </p:sp>
      <p:sp>
        <p:nvSpPr>
          <p:cNvPr id="18" name="Tabel yang dapat diedit"/>
          <p:cNvSpPr/>
          <p:nvPr>
            <p:ph type="tbl" idx="3" hasCustomPrompt="1"/>
          </p:nvPr>
        </p:nvSpPr>
        <p:spPr>
          <ns1:xfrm xmlns:ns1="http://schemas.openxmlformats.org/drawingml/2006/main">
            <ns1:off x="609600" y="2686050"/>
            <ns1:ext cx="10972800" cy="270510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ns6:lstStyle xmlns:ns6="http://schemas.openxmlformats.org/drawingml/2006/main"/>
          <ns7:p xmlns:ns7="http://schemas.openxmlformats.org/drawingml/2006/main"/>
        </p:txBody>
      </p:sp>
      <p:sp>
        <p:nvSpPr>
          <p:cNvPr id="19"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[register risiko]. Tanggal penilaian: [tanggal]. Metode: [rujukan].</a:t>
            </a:r>
          </a:p>
        </p:txBody>
      </p:sp>
    </p:spTree>
  </p:cSld>
</p:sldLayout>
</file>

<file path=ppt/slideLayouts/slideLayout18.xml><?xml version="1.0" encoding="utf-8"?>
<p:sldLayout xmlns:p="http://schemas.openxmlformats.org/presentationml/2006/main" type="cust" preserve="1" showMasterSp="1">
  <p:cSld name="17 Perbandingan opsi">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margin data"/>
          <p:cNvPicPr>
            <a:picLocks xmlns:a="http://schemas.openxmlformats.org/drawingml/2006/main" noChangeAspect="1"/>
          </p:cNvPicPr>
          <p:nvPr/>
        </p:nvPicPr>
        <p:blipFill>
          <a:blip xmlns:r="http://schemas.openxmlformats.org/officeDocument/2006/relationships" xmlns:a="http://schemas.openxmlformats.org/drawingml/2006/main" r:embed="R8b706e4e32884300">
            <a:alphaModFix amt="85000"/>
          </a:blip>
          <ns0:srcRect xmlns:ns0="http://schemas.openxmlformats.org/drawingml/2006/main" l="61198" t="18704" r="26479" b="18704"/>
          <a:stretch xmlns:a="http://schemas.openxmlformats.org/drawingml/2006/main"/>
        </p:blipFill>
        <p:spPr>
          <a:xfrm xmlns:a="http://schemas.openxmlformats.org/drawingml/2006/main">
            <a:off x="11658600" y="1066800"/>
            <a:ext cx="533400" cy="1524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1f0b1ce455b34cf8"/>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61"/>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62"/>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63"/>
          <p:cNvSpPr>
            <a:spLocks xmlns:a="http://schemas.openxmlformats.org/drawingml/2006/main" noGrp="1"/>
          </p:cNvSpPr>
          <p:nvPr/>
        </p:nvSpPr>
        <p:spPr>
          <a:xfrm xmlns:a="http://schemas.openxmlformats.org/drawingml/2006/main">
            <a:off x="609600" y="3246120"/>
            <a:ext cx="10972800" cy="0"/>
          </a:xfrm>
          <a:prstGeom xmlns:a="http://schemas.openxmlformats.org/drawingml/2006/main" prst="line">
            <a:avLst/>
          </a:prstGeom>
          <a:noFill xmlns:a="http://schemas.openxmlformats.org/drawingml/2006/main"/>
          <a:ln xmlns:a="http://schemas.openxmlformats.org/drawingml/2006/main" w="14288">
            <a:solidFill>
              <a:srgbClr val="004999"/>
            </a:solidFill>
          </a:ln>
        </p:spPr>
      </p:sp>
      <p:sp>
        <p:nvSpPr>
          <p:cNvPr id="9" name="Garis pemisah 64"/>
          <p:cNvSpPr>
            <a:spLocks xmlns:a="http://schemas.openxmlformats.org/drawingml/2006/main" noGrp="1"/>
          </p:cNvSpPr>
          <p:nvPr/>
        </p:nvSpPr>
        <p:spPr>
          <a:xfrm xmlns:a="http://schemas.openxmlformats.org/drawingml/2006/main">
            <a:off x="609600" y="380619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65"/>
          <p:cNvSpPr>
            <a:spLocks xmlns:a="http://schemas.openxmlformats.org/drawingml/2006/main" noGrp="1"/>
          </p:cNvSpPr>
          <p:nvPr/>
        </p:nvSpPr>
        <p:spPr>
          <a:xfrm xmlns:a="http://schemas.openxmlformats.org/drawingml/2006/main">
            <a:off x="609600" y="436626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Garis pemisah 66"/>
          <p:cNvSpPr>
            <a:spLocks xmlns:a="http://schemas.openxmlformats.org/drawingml/2006/main" noGrp="1"/>
          </p:cNvSpPr>
          <p:nvPr/>
        </p:nvSpPr>
        <p:spPr>
          <a:xfrm xmlns:a="http://schemas.openxmlformats.org/drawingml/2006/main">
            <a:off x="609600" y="492633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Garis pemisah 67"/>
          <p:cNvSpPr>
            <a:spLocks xmlns:a="http://schemas.openxmlformats.org/drawingml/2006/main" noGrp="1"/>
          </p:cNvSpPr>
          <p:nvPr/>
        </p:nvSpPr>
        <p:spPr>
          <a:xfrm xmlns:a="http://schemas.openxmlformats.org/drawingml/2006/main">
            <a:off x="609600" y="548640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3"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PILIHAN</a:t>
            </a:r>
          </a:p>
        </p:txBody>
      </p:sp>
      <p:sp>
        <p:nvSpPr>
          <p:cNvPr id="14"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5"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6"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4334B51A-7476-4F5D-8144-0D1EEBD6554C}" type="slidenum">
              <a:rPr sz="1200" b="0" lang="id-ID">
                <a:solidFill>
                  <a:srgbClr val="536679"/>
                </a:solidFill>
                <a:latin typeface="Space Grotesk"/>
                <a:ea typeface="Space Grotesk"/>
                <a:cs typeface="Space Grotesk"/>
              </a:rPr>
              <a:t>17</a:t>
            </a:fld>
          </a:p>
        </p:txBody>
      </p:sp>
      <p:sp>
        <p:nvSpPr>
          <p:cNvPr id="17"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Perbandingan opsi</a:t>
            </a:r>
          </a:p>
        </p:txBody>
      </p:sp>
      <p:sp>
        <p:nvSpPr>
          <p:cNvPr id="18"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[Keputusan yang diperlukan dan opsi yang tersedia]</a:t>
            </a:r>
          </a:p>
        </p:txBody>
      </p:sp>
      <p:sp>
        <p:nvSpPr>
          <p:cNvPr id="19" name="Tabel yang dapat diedit"/>
          <p:cNvSpPr/>
          <p:nvPr>
            <p:ph type="tbl" idx="3" hasCustomPrompt="1"/>
          </p:nvPr>
        </p:nvSpPr>
        <p:spPr>
          <ns1:xfrm xmlns:ns1="http://schemas.openxmlformats.org/drawingml/2006/main">
            <ns1:off x="609600" y="2686050"/>
            <ns1:ext cx="10972800" cy="28003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ns6:lstStyle xmlns:ns6="http://schemas.openxmlformats.org/drawingml/2006/main"/>
          <ns7:p xmlns:ns7="http://schemas.openxmlformats.org/drawingml/2006/main"/>
        </p:txBody>
      </p:sp>
      <p:sp>
        <p:nvSpPr>
          <p:cNvPr id="20"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Dasar penilaian: [kriteria dan asumsi]. Sumber: [dokumen]. Tanggal: [tanggal].</a:t>
            </a:r>
          </a:p>
        </p:txBody>
      </p:sp>
    </p:spTree>
  </p:cSld>
</p:sldLayout>
</file>

<file path=ppt/slideLayouts/slideLayout19.xml><?xml version="1.0" encoding="utf-8"?>
<p:sldLayout xmlns:p="http://schemas.openxmlformats.org/presentationml/2006/main" type="cust" preserve="1" showMasterSp="1">
  <p:cSld name="18 Usulan keputusan">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a5f941a3c9db4627">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f0b581b5b41e43c5"/>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68"/>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69"/>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70"/>
          <p:cNvSpPr>
            <a:spLocks xmlns:a="http://schemas.openxmlformats.org/drawingml/2006/main" noGrp="1"/>
          </p:cNvSpPr>
          <p:nvPr/>
        </p:nvSpPr>
        <p:spPr>
          <a:xfrm xmlns:a="http://schemas.openxmlformats.org/drawingml/2006/main">
            <a:off x="609600" y="4019550"/>
            <a:ext cx="10972800" cy="0"/>
          </a:xfrm>
          <a:prstGeom xmlns:a="http://schemas.openxmlformats.org/drawingml/2006/main" prst="line">
            <a:avLst/>
          </a:prstGeom>
          <a:noFill xmlns:a="http://schemas.openxmlformats.org/drawingml/2006/main"/>
          <a:ln xmlns:a="http://schemas.openxmlformats.org/drawingml/2006/main" w="19050">
            <a:solidFill>
              <a:srgbClr val="004999"/>
            </a:solidFill>
          </a:ln>
        </p:spPr>
      </p:sp>
      <p:sp>
        <p:nvSpPr>
          <p:cNvPr id="9"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KEPUTUSAN</a:t>
            </a:r>
          </a:p>
        </p:txBody>
      </p:sp>
      <p:sp>
        <p:nvSpPr>
          <p:cNvPr id="10"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1"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2"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05DF2E0F-9A8A-45AF-A5EF-22E06FFC2D01}" type="slidenum">
              <a:rPr sz="1200" b="0" lang="id-ID">
                <a:solidFill>
                  <a:srgbClr val="536679"/>
                </a:solidFill>
                <a:latin typeface="Space Grotesk"/>
                <a:ea typeface="Space Grotesk"/>
                <a:cs typeface="Space Grotesk"/>
              </a:rPr>
              <a:t>18</a:t>
            </a:fld>
          </a:p>
        </p:txBody>
      </p:sp>
      <p:sp>
        <p:nvSpPr>
          <p:cNvPr id="13"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Usulan keputusan</a:t>
            </a:r>
          </a:p>
        </p:txBody>
      </p:sp>
      <p:sp>
        <p:nvSpPr>
          <p:cNvPr id="14" name="Isian 3"/>
          <p:cNvSpPr>
            <a:spLocks xmlns:a="http://schemas.openxmlformats.org/drawingml/2006/main" noGrp="1"/>
          </p:cNvSpPr>
          <p:nvPr>
            <p:ph type="body" idx="3" hasCustomPrompt="1"/>
          </p:nvPr>
        </p:nvSpPr>
        <p:spPr>
          <a:xfrm xmlns:a="http://schemas.openxmlformats.org/drawingml/2006/main">
            <a:off x="609600" y="26098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[Keputusan yang diajukan</a:t>
            </a:r>
          </a:p>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untuk persetujuan]</a:t>
            </a:r>
          </a:p>
        </p:txBody>
      </p:sp>
      <p:sp>
        <p:nvSpPr>
          <p:cNvPr id="15" name="Isian 4"/>
          <p:cNvSpPr>
            <a:spLocks xmlns:a="http://schemas.openxmlformats.org/drawingml/2006/main" noGrp="1"/>
          </p:cNvSpPr>
          <p:nvPr>
            <p:ph type="body" idx="4" hasCustomPrompt="1"/>
          </p:nvPr>
        </p:nvSpPr>
        <p:spPr>
          <a:xfrm xmlns:a="http://schemas.openxmlformats.org/drawingml/2006/main">
            <a:off x="609600" y="43434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Dasar usulan</a:t>
            </a:r>
          </a:p>
        </p:txBody>
      </p:sp>
      <p:sp>
        <p:nvSpPr>
          <p:cNvPr id="16" name="Isian 5"/>
          <p:cNvSpPr>
            <a:spLocks xmlns:a="http://schemas.openxmlformats.org/drawingml/2006/main" noGrp="1"/>
          </p:cNvSpPr>
          <p:nvPr>
            <p:ph type="body" idx="5" hasCustomPrompt="1"/>
          </p:nvPr>
        </p:nvSpPr>
        <p:spPr>
          <a:xfrm xmlns:a="http://schemas.openxmlformats.org/drawingml/2006/main">
            <a:off x="609600" y="4991100"/>
            <a:ext cx="335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[Bukti dan manfaat]</a:t>
            </a:r>
          </a:p>
        </p:txBody>
      </p:sp>
      <p:sp>
        <p:nvSpPr>
          <p:cNvPr id="17" name="Isian 6"/>
          <p:cNvSpPr>
            <a:spLocks xmlns:a="http://schemas.openxmlformats.org/drawingml/2006/main" noGrp="1"/>
          </p:cNvSpPr>
          <p:nvPr>
            <p:ph type="body" idx="6" hasCustomPrompt="1"/>
          </p:nvPr>
        </p:nvSpPr>
        <p:spPr>
          <a:xfrm xmlns:a="http://schemas.openxmlformats.org/drawingml/2006/main">
            <a:off x="4419600" y="43434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Cakupan persetujuan</a:t>
            </a:r>
          </a:p>
        </p:txBody>
      </p:sp>
      <p:sp>
        <p:nvSpPr>
          <p:cNvPr id="18" name="Isian 7"/>
          <p:cNvSpPr>
            <a:spLocks xmlns:a="http://schemas.openxmlformats.org/drawingml/2006/main" noGrp="1"/>
          </p:cNvSpPr>
          <p:nvPr>
            <p:ph type="body" idx="7" hasCustomPrompt="1"/>
          </p:nvPr>
        </p:nvSpPr>
        <p:spPr>
          <a:xfrm xmlns:a="http://schemas.openxmlformats.org/drawingml/2006/main">
            <a:off x="4419600" y="4991100"/>
            <a:ext cx="335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[Ruang lingkup dan syarat]</a:t>
            </a:r>
          </a:p>
        </p:txBody>
      </p:sp>
      <p:sp>
        <p:nvSpPr>
          <p:cNvPr id="19" name="Isian 8"/>
          <p:cNvSpPr>
            <a:spLocks xmlns:a="http://schemas.openxmlformats.org/drawingml/2006/main" noGrp="1"/>
          </p:cNvSpPr>
          <p:nvPr>
            <p:ph type="body" idx="8" hasCustomPrompt="1"/>
          </p:nvPr>
        </p:nvSpPr>
        <p:spPr>
          <a:xfrm xmlns:a="http://schemas.openxmlformats.org/drawingml/2006/main">
            <a:off x="8229600" y="43434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Tindak lanjut</a:t>
            </a:r>
          </a:p>
        </p:txBody>
      </p:sp>
      <p:sp>
        <p:nvSpPr>
          <p:cNvPr id="20" name="Isian 9"/>
          <p:cNvSpPr>
            <a:spLocks xmlns:a="http://schemas.openxmlformats.org/drawingml/2006/main" noGrp="1"/>
          </p:cNvSpPr>
          <p:nvPr>
            <p:ph type="body" idx="9" hasCustomPrompt="1"/>
          </p:nvPr>
        </p:nvSpPr>
        <p:spPr>
          <a:xfrm xmlns:a="http://schemas.openxmlformats.org/drawingml/2006/main">
            <a:off x="8229600" y="4991100"/>
            <a:ext cx="335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[PIC dan tenggat]</a:t>
            </a:r>
          </a:p>
        </p:txBody>
      </p:sp>
      <p:sp>
        <p:nvSpPr>
          <p:cNvPr id="21"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Dasar pengajuan: [dokumen]. Versi: [nomor]. Status: usulan untuk pembahasan.</a:t>
            </a:r>
          </a:p>
        </p:txBody>
      </p:sp>
    </p:spTree>
  </p:cSld>
</p:sldLayout>
</file>

<file path=ppt/slideLayouts/slideLayout20.xml><?xml version="1.0" encoding="utf-8"?>
<p:sldLayout xmlns:p="http://schemas.openxmlformats.org/presentationml/2006/main" type="cust" preserve="1" showMasterSp="1">
  <p:cSld name="19 Tindak lanjut">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margin data"/>
          <p:cNvPicPr>
            <a:picLocks xmlns:a="http://schemas.openxmlformats.org/drawingml/2006/main" noChangeAspect="1"/>
          </p:cNvPicPr>
          <p:nvPr/>
        </p:nvPicPr>
        <p:blipFill>
          <a:blip xmlns:r="http://schemas.openxmlformats.org/officeDocument/2006/relationships" xmlns:a="http://schemas.openxmlformats.org/drawingml/2006/main" r:embed="R8d84903877f34fe8">
            <a:alphaModFix amt="85000"/>
          </a:blip>
          <ns0:srcRect xmlns:ns0="http://schemas.openxmlformats.org/drawingml/2006/main" l="61198" t="18704" r="26479" b="18704"/>
          <a:stretch xmlns:a="http://schemas.openxmlformats.org/drawingml/2006/main"/>
        </p:blipFill>
        <p:spPr>
          <a:xfrm xmlns:a="http://schemas.openxmlformats.org/drawingml/2006/main">
            <a:off x="11658600" y="1066800"/>
            <a:ext cx="533400" cy="1524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923544162ba14405"/>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71"/>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72"/>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73"/>
          <p:cNvSpPr>
            <a:spLocks xmlns:a="http://schemas.openxmlformats.org/drawingml/2006/main" noGrp="1"/>
          </p:cNvSpPr>
          <p:nvPr/>
        </p:nvSpPr>
        <p:spPr>
          <a:xfrm xmlns:a="http://schemas.openxmlformats.org/drawingml/2006/main">
            <a:off x="609600" y="3362325"/>
            <a:ext cx="10972800" cy="0"/>
          </a:xfrm>
          <a:prstGeom xmlns:a="http://schemas.openxmlformats.org/drawingml/2006/main" prst="line">
            <a:avLst/>
          </a:prstGeom>
          <a:noFill xmlns:a="http://schemas.openxmlformats.org/drawingml/2006/main"/>
          <a:ln xmlns:a="http://schemas.openxmlformats.org/drawingml/2006/main" w="14288">
            <a:solidFill>
              <a:srgbClr val="004999"/>
            </a:solidFill>
          </a:ln>
        </p:spPr>
      </p:sp>
      <p:sp>
        <p:nvSpPr>
          <p:cNvPr id="9" name="Garis pemisah 74"/>
          <p:cNvSpPr>
            <a:spLocks xmlns:a="http://schemas.openxmlformats.org/drawingml/2006/main" noGrp="1"/>
          </p:cNvSpPr>
          <p:nvPr/>
        </p:nvSpPr>
        <p:spPr>
          <a:xfrm xmlns:a="http://schemas.openxmlformats.org/drawingml/2006/main">
            <a:off x="609600" y="403860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75"/>
          <p:cNvSpPr>
            <a:spLocks xmlns:a="http://schemas.openxmlformats.org/drawingml/2006/main" noGrp="1"/>
          </p:cNvSpPr>
          <p:nvPr/>
        </p:nvSpPr>
        <p:spPr>
          <a:xfrm xmlns:a="http://schemas.openxmlformats.org/drawingml/2006/main">
            <a:off x="609600" y="4714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Garis pemisah 76"/>
          <p:cNvSpPr>
            <a:spLocks xmlns:a="http://schemas.openxmlformats.org/drawingml/2006/main" noGrp="1"/>
          </p:cNvSpPr>
          <p:nvPr/>
        </p:nvSpPr>
        <p:spPr>
          <a:xfrm xmlns:a="http://schemas.openxmlformats.org/drawingml/2006/main">
            <a:off x="609600" y="539115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TINDAK LANJUT</a:t>
            </a:r>
          </a:p>
        </p:txBody>
      </p:sp>
      <p:sp>
        <p:nvSpPr>
          <p:cNvPr id="13"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5"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4F668ADB-9B30-49EE-B09F-6CACADFF04FE}" type="slidenum">
              <a:rPr sz="1200" b="0" lang="id-ID">
                <a:solidFill>
                  <a:srgbClr val="536679"/>
                </a:solidFill>
                <a:latin typeface="Space Grotesk"/>
                <a:ea typeface="Space Grotesk"/>
                <a:cs typeface="Space Grotesk"/>
              </a:rPr>
              <a:t>19</a:t>
            </a:fld>
          </a:p>
        </p:txBody>
      </p:sp>
      <p:sp>
        <p:nvSpPr>
          <p:cNvPr id="16"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Rencana tindak lanjut</a:t>
            </a:r>
          </a:p>
        </p:txBody>
      </p:sp>
      <p:sp>
        <p:nvSpPr>
          <p:cNvPr id="17"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[Hasil rapat atau program yang ditindaklanjuti]</a:t>
            </a:r>
          </a:p>
        </p:txBody>
      </p:sp>
      <p:sp>
        <p:nvSpPr>
          <p:cNvPr id="18" name="Tabel yang dapat diedit"/>
          <p:cNvSpPr/>
          <p:nvPr>
            <p:ph type="tbl" idx="3" hasCustomPrompt="1"/>
          </p:nvPr>
        </p:nvSpPr>
        <p:spPr>
          <ns1:xfrm xmlns:ns1="http://schemas.openxmlformats.org/drawingml/2006/main">
            <ns1:off x="609600" y="2686050"/>
            <ns1:ext cx="10972800" cy="270510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ns6:lstStyle xmlns:ns6="http://schemas.openxmlformats.org/drawingml/2006/main"/>
          <ns7:p xmlns:ns7="http://schemas.openxmlformats.org/drawingml/2006/main"/>
        </p:txBody>
      </p:sp>
      <p:sp>
        <p:nvSpPr>
          <p:cNvPr id="19"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Acuan: [notulen atau keputusan]. Tanggal rapat: [tanggal]. Unit pemantau: [unit].</a:t>
            </a:r>
          </a:p>
        </p:txBody>
      </p:sp>
    </p:spTree>
  </p:cSld>
</p:sldLayout>
</file>

<file path=ppt/slideLayouts/slideLayout21.xml><?xml version="1.0" encoding="utf-8"?>
<p:sldLayout xmlns:p="http://schemas.openxmlformats.org/presentationml/2006/main" type="cust" preserve="1" showMasterSp="1">
  <p:cSld name="20 Penutup">
    <p:bg>
      <p:bgPr>
        <a:solidFill xmlns:a="http://schemas.openxmlformats.org/drawingml/2006/main">
          <a:srgbClr val="011627"/>
        </a:solidFill>
      </p:bgPr>
    </p:bg>
    <p:spTree>
      <p:nvGrpSpPr>
        <p:cNvPr id="1" name=""/>
        <p:cNvGrpSpPr/>
        <p:nvPr/>
      </p:nvGrpSpPr>
      <p:grpSpPr>
        <a:xfrm xmlns:a="http://schemas.openxmlformats.org/drawingml/2006/main"/>
      </p:grpSpPr>
      <p:pic>
        <p:nvPicPr>
          <p:cNvPr id="2" name="" descr="Motif garis JUP asli — sampul"/>
          <p:cNvPicPr>
            <a:picLocks xmlns:a="http://schemas.openxmlformats.org/drawingml/2006/main" noChangeAspect="1"/>
          </p:cNvPicPr>
          <p:nvPr/>
        </p:nvPicPr>
        <p:blipFill>
          <a:blip xmlns:r="http://schemas.openxmlformats.org/officeDocument/2006/relationships" xmlns:a="http://schemas.openxmlformats.org/drawingml/2006/main" r:embed="R3f7c7031c1534c00">
            <a:duotone>
              <a:srgbClr val="FFFFFF"/>
              <a:srgbClr val="FFFFFF"/>
            </a:duotone>
          </a:blip>
          <ns0:srcRect xmlns:ns0="http://schemas.openxmlformats.org/drawingml/2006/main" l="61198" t="21833" r="10195" b="18704"/>
          <a:stretch xmlns:a="http://schemas.openxmlformats.org/drawingml/2006/main"/>
        </p:blipFill>
        <p:spPr>
          <a:xfrm xmlns:a="http://schemas.openxmlformats.org/drawingml/2006/main">
            <a:off x="7239000" y="0"/>
            <a:ext cx="4953000" cy="5791200"/>
          </a:xfrm>
          <a:prstGeom xmlns:a="http://schemas.openxmlformats.org/drawingml/2006/main" prst="rect">
            <a:avLst/>
          </a:prstGeom>
        </p:spPr>
      </p:pic>
      <p:sp>
        <p:nvSpPr>
          <p:cNvPr id="3" name="Bidang putih logo JUP"/>
          <p:cNvSpPr>
            <a:spLocks xmlns:a="http://schemas.openxmlformats.org/drawingml/2006/main" noGrp="1"/>
          </p:cNvSpPr>
          <p:nvPr/>
        </p:nvSpPr>
        <p:spPr>
          <a:xfrm xmlns:a="http://schemas.openxmlformats.org/drawingml/2006/main">
            <a:off x="647700" y="400050"/>
            <a:ext cx="3048000" cy="102839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Dark.png dari pengguna; proporsi dan berkas gambar asli dipertahankan"/>
          <p:cNvPicPr>
            <a:picLocks xmlns:a="http://schemas.openxmlformats.org/drawingml/2006/main" noChangeAspect="1"/>
          </p:cNvPicPr>
          <p:nvPr/>
        </p:nvPicPr>
        <p:blipFill>
          <a:blip xmlns:r="http://schemas.openxmlformats.org/officeDocument/2006/relationships" xmlns:a="http://schemas.openxmlformats.org/drawingml/2006/main" r:embed="rIdJupDarkLogo"/>
          <a:stretch xmlns:a="http://schemas.openxmlformats.org/drawingml/2006/main"/>
        </p:blipFill>
        <p:spPr>
          <a:xfrm xmlns:a="http://schemas.openxmlformats.org/drawingml/2006/main">
            <a:off x="647700" y="400050"/>
            <a:ext cx="3048000" cy="1028390"/>
          </a:xfrm>
          <a:prstGeom xmlns:a="http://schemas.openxmlformats.org/drawingml/2006/main" prst="rect">
            <a:avLst/>
          </a:prstGeom>
        </p:spPr>
      </p:pic>
      <p:sp>
        <p:nvSpPr>
          <p:cNvPr id="5" name="Garis pemisah 77"/>
          <p:cNvSpPr>
            <a:spLocks xmlns:a="http://schemas.openxmlformats.org/drawingml/2006/main" noGrp="1"/>
          </p:cNvSpPr>
          <p:nvPr/>
        </p:nvSpPr>
        <p:spPr>
          <a:xfrm xmlns:a="http://schemas.openxmlformats.org/drawingml/2006/main">
            <a:off x="609600" y="5867400"/>
            <a:ext cx="10972800" cy="0"/>
          </a:xfrm>
          <a:prstGeom xmlns:a="http://schemas.openxmlformats.org/drawingml/2006/main" prst="line">
            <a:avLst/>
          </a:prstGeom>
          <a:noFill xmlns:a="http://schemas.openxmlformats.org/drawingml/2006/main"/>
          <a:ln xmlns:a="http://schemas.openxmlformats.org/drawingml/2006/main" w="9525">
            <a:solidFill>
              <a:srgbClr val="35485C"/>
            </a:solidFill>
          </a:ln>
        </p:spPr>
      </p:sp>
      <p:pic>
        <p:nvPicPr>
          <p:cNvPr id="6" name="" descr="Ikon kontak web"/>
          <p:cNvPicPr>
            <a:picLocks xmlns:a="http://schemas.openxmlformats.org/drawingml/2006/main" noChangeAspect="1"/>
          </p:cNvPicPr>
          <p:nvPr/>
        </p:nvPicPr>
        <p:blipFill>
          <a:blip xmlns:r="http://schemas.openxmlformats.org/officeDocument/2006/relationships" xmlns:a="http://schemas.openxmlformats.org/drawingml/2006/main" r:embed="R081950117cff4f74">
            <a:duotone>
              <a:srgbClr val="FFFFFF"/>
              <a:srgbClr val="FFFFFF"/>
            </a:duotone>
          </a:blip>
          <ns0:srcRect xmlns:ns0="http://schemas.openxmlformats.org/drawingml/2006/main" l="30625" t="77037" r="67552" b="19630"/>
          <a:stretch xmlns:a="http://schemas.openxmlformats.org/drawingml/2006/main"/>
        </p:blipFill>
        <p:spPr>
          <a:xfrm xmlns:a="http://schemas.openxmlformats.org/drawingml/2006/main">
            <a:off x="609600" y="6134100"/>
            <a:ext cx="222250" cy="228600"/>
          </a:xfrm>
          <a:prstGeom xmlns:a="http://schemas.openxmlformats.org/drawingml/2006/main" prst="rect">
            <a:avLst/>
          </a:prstGeom>
        </p:spPr>
      </p:pic>
      <p:pic>
        <p:nvPicPr>
          <p:cNvPr id="7" name="" descr="Ikon kontak ig"/>
          <p:cNvPicPr>
            <a:picLocks xmlns:a="http://schemas.openxmlformats.org/drawingml/2006/main" noChangeAspect="1"/>
          </p:cNvPicPr>
          <p:nvPr/>
        </p:nvPicPr>
        <p:blipFill>
          <a:blip xmlns:r="http://schemas.openxmlformats.org/officeDocument/2006/relationships" xmlns:a="http://schemas.openxmlformats.org/drawingml/2006/main" r:embed="Raee74fa708ca48e2">
            <a:duotone>
              <a:srgbClr val="FFFFFF"/>
              <a:srgbClr val="FFFFFF"/>
            </a:duotone>
          </a:blip>
          <ns0:srcRect xmlns:ns0="http://schemas.openxmlformats.org/drawingml/2006/main" l="16302" t="77037" r="82083" b="20000"/>
          <a:stretch xmlns:a="http://schemas.openxmlformats.org/drawingml/2006/main"/>
        </p:blipFill>
        <p:spPr>
          <a:xfrm xmlns:a="http://schemas.openxmlformats.org/drawingml/2006/main">
            <a:off x="3352800" y="6134100"/>
            <a:ext cx="221456" cy="228600"/>
          </a:xfrm>
          <a:prstGeom xmlns:a="http://schemas.openxmlformats.org/drawingml/2006/main" prst="rect">
            <a:avLst/>
          </a:prstGeom>
        </p:spPr>
      </p:pic>
      <p:pic>
        <p:nvPicPr>
          <p:cNvPr id="8" name="" descr="Ikon kontak li"/>
          <p:cNvPicPr>
            <a:picLocks xmlns:a="http://schemas.openxmlformats.org/drawingml/2006/main" noChangeAspect="1"/>
          </p:cNvPicPr>
          <p:nvPr/>
        </p:nvPicPr>
        <p:blipFill>
          <a:blip xmlns:r="http://schemas.openxmlformats.org/officeDocument/2006/relationships" xmlns:a="http://schemas.openxmlformats.org/drawingml/2006/main" r:embed="R8b9519eb60e342a0">
            <a:duotone>
              <a:srgbClr val="FFFFFF"/>
              <a:srgbClr val="FFFFFF"/>
            </a:duotone>
          </a:blip>
          <ns0:srcRect xmlns:ns0="http://schemas.openxmlformats.org/drawingml/2006/main" l="22656" t="77037" r="75677" b="20000"/>
          <a:stretch xmlns:a="http://schemas.openxmlformats.org/drawingml/2006/main"/>
        </p:blipFill>
        <p:spPr>
          <a:xfrm xmlns:a="http://schemas.openxmlformats.org/drawingml/2006/main">
            <a:off x="6819900" y="6134100"/>
            <a:ext cx="228600" cy="228600"/>
          </a:xfrm>
          <a:prstGeom xmlns:a="http://schemas.openxmlformats.org/drawingml/2006/main" prst="rect">
            <a:avLst/>
          </a:prstGeom>
        </p:spPr>
      </p:pic>
      <p:sp>
        <p:nvSpPr>
          <p:cNvPr id="9" name="Pesan penutup"/>
          <p:cNvSpPr>
            <a:spLocks xmlns:a="http://schemas.openxmlformats.org/drawingml/2006/main" noGrp="1"/>
          </p:cNvSpPr>
          <p:nvPr>
            <p:ph type="title" idx="0" hasCustomPrompt="1"/>
          </p:nvPr>
        </p:nvSpPr>
        <p:spPr>
          <a:xfrm xmlns:a="http://schemas.openxmlformats.org/drawingml/2006/main">
            <a:off x="609600" y="2628900"/>
            <a:ext cx="685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lang="id-ID">
                <a:solidFill>
                  <a:srgbClr val="F0F1F1"/>
                </a:solidFill>
                <a:latin typeface="Space Grotesk"/>
                <a:ea typeface="Space Grotesk"/>
                <a:cs typeface="Space Grotesk"/>
              </a:defRPr>
            </a:pPr>
            <a:r>
              <a:rPr sz="4800" b="1" lang="id-ID">
                <a:solidFill>
                  <a:srgbClr val="F0F1F1"/>
                </a:solidFill>
                <a:latin typeface="Space Grotesk"/>
                <a:ea typeface="Space Grotesk"/>
                <a:cs typeface="Space Grotesk"/>
              </a:rPr>
              <a:t>[Pesan penutup]</a:t>
            </a:r>
          </a:p>
        </p:txBody>
      </p:sp>
      <p:sp>
        <p:nvSpPr>
          <p:cNvPr id="10" name="Perusahaan"/>
          <p:cNvSpPr>
            <a:spLocks xmlns:a="http://schemas.openxmlformats.org/drawingml/2006/main" noGrp="1"/>
          </p:cNvSpPr>
          <p:nvPr>
            <p:ph type="subtitle" idx="1" hasCustomPrompt="1"/>
          </p:nvPr>
        </p:nvSpPr>
        <p:spPr>
          <a:xfrm xmlns:a="http://schemas.openxmlformats.org/drawingml/2006/main">
            <a:off x="609600" y="40195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F0F1F1"/>
                </a:solidFill>
                <a:latin typeface="Space Grotesk"/>
                <a:ea typeface="Space Grotesk"/>
                <a:cs typeface="Space Grotesk"/>
              </a:defRPr>
            </a:pPr>
            <a:r>
              <a:rPr sz="2250" b="0" lang="id-ID">
                <a:solidFill>
                  <a:srgbClr val="F0F1F1"/>
                </a:solidFill>
                <a:latin typeface="Space Grotesk"/>
                <a:ea typeface="Space Grotesk"/>
                <a:cs typeface="Space Grotesk"/>
              </a:rPr>
              <a:t>PT Jakarta Utilitas Propertindo</a:t>
            </a:r>
          </a:p>
        </p:txBody>
      </p:sp>
      <p:sp>
        <p:nvSpPr>
          <p:cNvPr id="11" name="Kontak"/>
          <p:cNvSpPr>
            <a:spLocks xmlns:a="http://schemas.openxmlformats.org/drawingml/2006/main" noGrp="1"/>
          </p:cNvSpPr>
          <p:nvPr>
            <p:ph type="body" idx="3" hasCustomPrompt="1"/>
          </p:nvPr>
        </p:nvSpPr>
        <p:spPr>
          <a:xfrm xmlns:a="http://schemas.openxmlformats.org/drawingml/2006/main">
            <a:off x="609600" y="4762500"/>
            <a:ext cx="685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F0F1F1"/>
                </a:solidFill>
                <a:latin typeface="Space Grotesk"/>
                <a:ea typeface="Space Grotesk"/>
                <a:cs typeface="Space Grotesk"/>
              </a:defRPr>
            </a:pPr>
            <a:r>
              <a:rPr sz="1950" b="0" lang="id-ID">
                <a:solidFill>
                  <a:srgbClr val="F0F1F1"/>
                </a:solidFill>
                <a:latin typeface="Space Grotesk"/>
                <a:ea typeface="Space Grotesk"/>
                <a:cs typeface="Space Grotesk"/>
              </a:rPr>
              <a:t>[Nama dan jabatan]</a:t>
            </a:r>
          </a:p>
          <a:p xmlns:a="http://schemas.openxmlformats.org/drawingml/2006/main">
            <a:pPr>
              <a:defRPr sz="1950" b="0" lang="id-ID">
                <a:solidFill>
                  <a:srgbClr val="F0F1F1"/>
                </a:solidFill>
                <a:latin typeface="Space Grotesk"/>
                <a:ea typeface="Space Grotesk"/>
                <a:cs typeface="Space Grotesk"/>
              </a:defRPr>
            </a:pPr>
            <a:r>
              <a:rPr sz="1950" b="0" lang="id-ID">
                <a:solidFill>
                  <a:srgbClr val="F0F1F1"/>
                </a:solidFill>
                <a:latin typeface="Space Grotesk"/>
                <a:ea typeface="Space Grotesk"/>
                <a:cs typeface="Space Grotesk"/>
              </a:rPr>
              <a:t>[Email / nomor kontak resmi]</a:t>
            </a:r>
          </a:p>
        </p:txBody>
      </p:sp>
      <p:sp>
        <p:nvSpPr>
          <p:cNvPr id="12" name="Kontak web">
            <ns0:hlinkClick xmlns:ns0="http://schemas.openxmlformats.org/drawingml/2006/main" xmlns:ns1="http://schemas.openxmlformats.org/officeDocument/2006/relationships" ns1:id="rIdJupContact1"/>
          </p:cNvPr>
          <p:cNvSpPr>
            <a:spLocks xmlns:a="http://schemas.openxmlformats.org/drawingml/2006/main" noGrp="1"/>
          </p:cNvSpPr>
          <p:nvPr>
            <p:ph type="body" idx="91" hasCustomPrompt="1"/>
          </p:nvPr>
        </p:nvSpPr>
        <p:spPr>
          <a:xfrm xmlns:a="http://schemas.openxmlformats.org/drawingml/2006/main">
            <a:off x="952500" y="61436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www.jup.co.id</a:t>
            </a:r>
          </a:p>
        </p:txBody>
      </p:sp>
      <p:sp>
        <p:nvSpPr>
          <p:cNvPr id="13" name="Kontak ig">
            <ns0:hlinkClick xmlns:ns0="http://schemas.openxmlformats.org/drawingml/2006/main" xmlns:ns1="http://schemas.openxmlformats.org/officeDocument/2006/relationships" ns1:id="rIdJupContact2"/>
          </p:cNvPr>
          <p:cNvSpPr>
            <a:spLocks xmlns:a="http://schemas.openxmlformats.org/drawingml/2006/main" noGrp="1"/>
          </p:cNvSpPr>
          <p:nvPr>
            <p:ph type="body" idx="90" hasCustomPrompt="1"/>
          </p:nvPr>
        </p:nvSpPr>
        <p:spPr>
          <a:xfrm xmlns:a="http://schemas.openxmlformats.org/drawingml/2006/main">
            <a:off x="3695700" y="614362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@jakartautilitas</a:t>
            </a:r>
          </a:p>
        </p:txBody>
      </p:sp>
      <p:sp>
        <p:nvSpPr>
          <p:cNvPr id="14" name="Kontak li">
            <ns0:hlinkClick xmlns:ns0="http://schemas.openxmlformats.org/drawingml/2006/main" xmlns:ns1="http://schemas.openxmlformats.org/officeDocument/2006/relationships" ns1:id="rIdJupContact3"/>
          </p:cNvPr>
          <p:cNvSpPr>
            <a:spLocks xmlns:a="http://schemas.openxmlformats.org/drawingml/2006/main" noGrp="1"/>
          </p:cNvSpPr>
          <p:nvPr>
            <p:ph type="body" idx="92" hasCustomPrompt="1"/>
          </p:nvPr>
        </p:nvSpPr>
        <p:spPr>
          <a:xfrm xmlns:a="http://schemas.openxmlformats.org/drawingml/2006/main">
            <a:off x="7162800" y="6143625"/>
            <a:ext cx="441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PT Jakarta Utilitas Propertindo</a:t>
            </a:r>
          </a:p>
        </p:txBody>
      </p:sp>
    </p:spTree>
  </p:cSld>
</p:sldLayout>
</file>

<file path=ppt/slideLayouts/slideLayout22.xml><?xml version="1.0" encoding="utf-8"?>
<p:sldLayout xmlns:p="http://schemas.openxmlformats.org/presentationml/2006/main" type="cust" preserve="1" showMasterSp="1">
  <p:cSld name="21 Panduan identitas">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62a91655b62e40e8">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365d478354d5467a"/>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78"/>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79"/>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8"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fbc0b30755754da5"/>
          <a:stretch xmlns:a="http://schemas.openxmlformats.org/drawingml/2006/main"/>
        </p:blipFill>
        <p:spPr>
          <a:xfrm xmlns:a="http://schemas.openxmlformats.org/drawingml/2006/main">
            <a:off x="609600" y="2649630"/>
            <a:ext cx="4000500" cy="1349762"/>
          </a:xfrm>
          <a:prstGeom xmlns:a="http://schemas.openxmlformats.org/drawingml/2006/main" prst="rect">
            <a:avLst/>
          </a:prstGeom>
        </p:spPr>
      </p:pic>
      <p:sp>
        <p:nvSpPr>
          <p:cNvPr id="9" name="Sampel warna"/>
          <p:cNvSpPr>
            <a:spLocks xmlns:a="http://schemas.openxmlformats.org/drawingml/2006/main" noGrp="1"/>
          </p:cNvSpPr>
          <p:nvPr/>
        </p:nvSpPr>
        <p:spPr>
          <a:xfrm xmlns:a="http://schemas.openxmlformats.org/drawingml/2006/main">
            <a:off x="6324600" y="2705100"/>
            <a:ext cx="457200" cy="457200"/>
          </a:xfrm>
          <a:prstGeom xmlns:a="http://schemas.openxmlformats.org/drawingml/2006/main" prst="rect">
            <a:avLst/>
          </a:prstGeom>
          <a:solidFill xmlns:a="http://schemas.openxmlformats.org/drawingml/2006/main">
            <a:srgbClr val="00A550"/>
          </a:solidFill>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0" name="Sampel warna"/>
          <p:cNvSpPr>
            <a:spLocks xmlns:a="http://schemas.openxmlformats.org/drawingml/2006/main" noGrp="1"/>
          </p:cNvSpPr>
          <p:nvPr/>
        </p:nvSpPr>
        <p:spPr>
          <a:xfrm xmlns:a="http://schemas.openxmlformats.org/drawingml/2006/main">
            <a:off x="6324600" y="3371850"/>
            <a:ext cx="457200" cy="457200"/>
          </a:xfrm>
          <a:prstGeom xmlns:a="http://schemas.openxmlformats.org/drawingml/2006/main" prst="rect">
            <a:avLst/>
          </a:prstGeom>
          <a:solidFill xmlns:a="http://schemas.openxmlformats.org/drawingml/2006/main">
            <a:srgbClr val="004999"/>
          </a:solidFill>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1" name="Sampel warna"/>
          <p:cNvSpPr>
            <a:spLocks xmlns:a="http://schemas.openxmlformats.org/drawingml/2006/main" noGrp="1"/>
          </p:cNvSpPr>
          <p:nvPr/>
        </p:nvSpPr>
        <p:spPr>
          <a:xfrm xmlns:a="http://schemas.openxmlformats.org/drawingml/2006/main">
            <a:off x="6324600" y="4038600"/>
            <a:ext cx="457200" cy="457200"/>
          </a:xfrm>
          <a:prstGeom xmlns:a="http://schemas.openxmlformats.org/drawingml/2006/main" prst="rect">
            <a:avLst/>
          </a:prstGeom>
          <a:solidFill xmlns:a="http://schemas.openxmlformats.org/drawingml/2006/main">
            <a:srgbClr val="011627"/>
          </a:solidFill>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2" name="Sampel warna"/>
          <p:cNvSpPr>
            <a:spLocks xmlns:a="http://schemas.openxmlformats.org/drawingml/2006/main" noGrp="1"/>
          </p:cNvSpPr>
          <p:nvPr/>
        </p:nvSpPr>
        <p:spPr>
          <a:xfrm xmlns:a="http://schemas.openxmlformats.org/drawingml/2006/main">
            <a:off x="6324600" y="4705350"/>
            <a:ext cx="457200" cy="457200"/>
          </a:xfrm>
          <a:prstGeom xmlns:a="http://schemas.openxmlformats.org/drawingml/2006/main" prst="rect">
            <a:avLst/>
          </a:prstGeom>
          <a:solidFill xmlns:a="http://schemas.openxmlformats.org/drawingml/2006/main">
            <a:srgbClr val="F0F1F1"/>
          </a:solidFill>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3"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PANDUAN TEMPLATE</a:t>
            </a:r>
          </a:p>
        </p:txBody>
      </p:sp>
      <p:sp>
        <p:nvSpPr>
          <p:cNvPr id="14"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5"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6"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FFF1F99-37EC-4F6C-AB88-9AC030D41F82}" type="slidenum">
              <a:rPr sz="1200" b="0" lang="id-ID">
                <a:solidFill>
                  <a:srgbClr val="536679"/>
                </a:solidFill>
                <a:latin typeface="Space Grotesk"/>
                <a:ea typeface="Space Grotesk"/>
                <a:cs typeface="Space Grotesk"/>
              </a:rPr>
              <a:t>21</a:t>
            </a:fld>
          </a:p>
        </p:txBody>
      </p:sp>
      <p:sp>
        <p:nvSpPr>
          <p:cNvPr id="17"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Identitas visual JUP</a:t>
            </a:r>
          </a:p>
        </p:txBody>
      </p:sp>
      <p:sp>
        <p:nvSpPr>
          <p:cNvPr id="18"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Gunakan logo dan elemen grafis asli sesuai pedoman identitas JUP.</a:t>
            </a:r>
          </a:p>
        </p:txBody>
      </p:sp>
      <p:sp>
        <p:nvSpPr>
          <p:cNvPr id="19" name="Isian 3"/>
          <p:cNvSpPr>
            <a:spLocks xmlns:a="http://schemas.openxmlformats.org/drawingml/2006/main" noGrp="1"/>
          </p:cNvSpPr>
          <p:nvPr>
            <p:ph type="body" idx="3" hasCustomPrompt="1"/>
          </p:nvPr>
        </p:nvSpPr>
        <p:spPr>
          <a:xfrm xmlns:a="http://schemas.openxmlformats.org/drawingml/2006/main">
            <a:off x="609600" y="45148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Pertahankan warna, proporsi,</a:t>
            </a:r>
          </a:p>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dan susunan logo asli.</a:t>
            </a:r>
          </a:p>
        </p:txBody>
      </p:sp>
      <p:sp>
        <p:nvSpPr>
          <p:cNvPr id="20" name="Isian 4"/>
          <p:cNvSpPr>
            <a:spLocks xmlns:a="http://schemas.openxmlformats.org/drawingml/2006/main" noGrp="1"/>
          </p:cNvSpPr>
          <p:nvPr>
            <p:ph type="body" idx="4" hasCustomPrompt="1"/>
          </p:nvPr>
        </p:nvSpPr>
        <p:spPr>
          <a:xfrm xmlns:a="http://schemas.openxmlformats.org/drawingml/2006/main">
            <a:off x="7010400" y="27051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11627"/>
                </a:solidFill>
                <a:latin typeface="Space Grotesk"/>
                <a:ea typeface="Space Grotesk"/>
                <a:cs typeface="Space Grotesk"/>
              </a:defRPr>
            </a:pPr>
            <a:r>
              <a:rPr sz="1800" b="1" lang="id-ID">
                <a:solidFill>
                  <a:srgbClr val="011627"/>
                </a:solidFill>
                <a:latin typeface="Space Grotesk"/>
                <a:ea typeface="Space Grotesk"/>
                <a:cs typeface="Space Grotesk"/>
              </a:rPr>
              <a:t>Pigment Green</a:t>
            </a:r>
          </a:p>
        </p:txBody>
      </p:sp>
      <p:sp>
        <p:nvSpPr>
          <p:cNvPr id="21" name="Isian 5"/>
          <p:cNvSpPr>
            <a:spLocks xmlns:a="http://schemas.openxmlformats.org/drawingml/2006/main" noGrp="1"/>
          </p:cNvSpPr>
          <p:nvPr>
            <p:ph type="body" idx="5" hasCustomPrompt="1"/>
          </p:nvPr>
        </p:nvSpPr>
        <p:spPr>
          <a:xfrm xmlns:a="http://schemas.openxmlformats.org/drawingml/2006/main">
            <a:off x="10287000" y="2724150"/>
            <a:ext cx="129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lang="id-ID">
                <a:solidFill>
                  <a:srgbClr val="536679"/>
                </a:solidFill>
                <a:latin typeface="Space Grotesk"/>
                <a:ea typeface="Space Grotesk"/>
                <a:cs typeface="Space Grotesk"/>
              </a:defRPr>
            </a:pPr>
            <a:r>
              <a:rPr sz="1500" b="0" lang="id-ID">
                <a:solidFill>
                  <a:srgbClr val="536679"/>
                </a:solidFill>
                <a:latin typeface="Space Grotesk"/>
                <a:ea typeface="Space Grotesk"/>
                <a:cs typeface="Space Grotesk"/>
              </a:rPr>
              <a:t>#00A550</a:t>
            </a:r>
          </a:p>
        </p:txBody>
      </p:sp>
      <p:sp>
        <p:nvSpPr>
          <p:cNvPr id="22" name="Isian 6"/>
          <p:cNvSpPr>
            <a:spLocks xmlns:a="http://schemas.openxmlformats.org/drawingml/2006/main" noGrp="1"/>
          </p:cNvSpPr>
          <p:nvPr>
            <p:ph type="body" idx="6" hasCustomPrompt="1"/>
          </p:nvPr>
        </p:nvSpPr>
        <p:spPr>
          <a:xfrm xmlns:a="http://schemas.openxmlformats.org/drawingml/2006/main">
            <a:off x="7010400" y="33718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11627"/>
                </a:solidFill>
                <a:latin typeface="Space Grotesk"/>
                <a:ea typeface="Space Grotesk"/>
                <a:cs typeface="Space Grotesk"/>
              </a:defRPr>
            </a:pPr>
            <a:r>
              <a:rPr sz="1800" b="1" lang="id-ID">
                <a:solidFill>
                  <a:srgbClr val="011627"/>
                </a:solidFill>
                <a:latin typeface="Space Grotesk"/>
                <a:ea typeface="Space Grotesk"/>
                <a:cs typeface="Space Grotesk"/>
              </a:rPr>
              <a:t>Polynesian Blue</a:t>
            </a:r>
          </a:p>
        </p:txBody>
      </p:sp>
      <p:sp>
        <p:nvSpPr>
          <p:cNvPr id="23" name="Isian 7"/>
          <p:cNvSpPr>
            <a:spLocks xmlns:a="http://schemas.openxmlformats.org/drawingml/2006/main" noGrp="1"/>
          </p:cNvSpPr>
          <p:nvPr>
            <p:ph type="body" idx="7" hasCustomPrompt="1"/>
          </p:nvPr>
        </p:nvSpPr>
        <p:spPr>
          <a:xfrm xmlns:a="http://schemas.openxmlformats.org/drawingml/2006/main">
            <a:off x="10287000" y="3390900"/>
            <a:ext cx="129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lang="id-ID">
                <a:solidFill>
                  <a:srgbClr val="536679"/>
                </a:solidFill>
                <a:latin typeface="Space Grotesk"/>
                <a:ea typeface="Space Grotesk"/>
                <a:cs typeface="Space Grotesk"/>
              </a:defRPr>
            </a:pPr>
            <a:r>
              <a:rPr sz="1500" b="0" lang="id-ID">
                <a:solidFill>
                  <a:srgbClr val="536679"/>
                </a:solidFill>
                <a:latin typeface="Space Grotesk"/>
                <a:ea typeface="Space Grotesk"/>
                <a:cs typeface="Space Grotesk"/>
              </a:rPr>
              <a:t>#004999</a:t>
            </a:r>
          </a:p>
        </p:txBody>
      </p:sp>
      <p:sp>
        <p:nvSpPr>
          <p:cNvPr id="24" name="Isian 8"/>
          <p:cNvSpPr>
            <a:spLocks xmlns:a="http://schemas.openxmlformats.org/drawingml/2006/main" noGrp="1"/>
          </p:cNvSpPr>
          <p:nvPr>
            <p:ph type="body" idx="8" hasCustomPrompt="1"/>
          </p:nvPr>
        </p:nvSpPr>
        <p:spPr>
          <a:xfrm xmlns:a="http://schemas.openxmlformats.org/drawingml/2006/main">
            <a:off x="7010400" y="40386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11627"/>
                </a:solidFill>
                <a:latin typeface="Space Grotesk"/>
                <a:ea typeface="Space Grotesk"/>
                <a:cs typeface="Space Grotesk"/>
              </a:defRPr>
            </a:pPr>
            <a:r>
              <a:rPr sz="1800" b="1" lang="id-ID">
                <a:solidFill>
                  <a:srgbClr val="011627"/>
                </a:solidFill>
                <a:latin typeface="Space Grotesk"/>
                <a:ea typeface="Space Grotesk"/>
                <a:cs typeface="Space Grotesk"/>
              </a:rPr>
              <a:t>Rich Black</a:t>
            </a:r>
          </a:p>
        </p:txBody>
      </p:sp>
      <p:sp>
        <p:nvSpPr>
          <p:cNvPr id="25" name="Isian 9"/>
          <p:cNvSpPr>
            <a:spLocks xmlns:a="http://schemas.openxmlformats.org/drawingml/2006/main" noGrp="1"/>
          </p:cNvSpPr>
          <p:nvPr>
            <p:ph type="body" idx="9" hasCustomPrompt="1"/>
          </p:nvPr>
        </p:nvSpPr>
        <p:spPr>
          <a:xfrm xmlns:a="http://schemas.openxmlformats.org/drawingml/2006/main">
            <a:off x="10287000" y="4057650"/>
            <a:ext cx="129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lang="id-ID">
                <a:solidFill>
                  <a:srgbClr val="536679"/>
                </a:solidFill>
                <a:latin typeface="Space Grotesk"/>
                <a:ea typeface="Space Grotesk"/>
                <a:cs typeface="Space Grotesk"/>
              </a:defRPr>
            </a:pPr>
            <a:r>
              <a:rPr sz="1500" b="0" lang="id-ID">
                <a:solidFill>
                  <a:srgbClr val="536679"/>
                </a:solidFill>
                <a:latin typeface="Space Grotesk"/>
                <a:ea typeface="Space Grotesk"/>
                <a:cs typeface="Space Grotesk"/>
              </a:rPr>
              <a:t>#011627</a:t>
            </a:r>
          </a:p>
        </p:txBody>
      </p:sp>
      <p:sp>
        <p:nvSpPr>
          <p:cNvPr id="26" name="Isian 10"/>
          <p:cNvSpPr>
            <a:spLocks xmlns:a="http://schemas.openxmlformats.org/drawingml/2006/main" noGrp="1"/>
          </p:cNvSpPr>
          <p:nvPr>
            <p:ph type="body" idx="10" hasCustomPrompt="1"/>
          </p:nvPr>
        </p:nvSpPr>
        <p:spPr>
          <a:xfrm xmlns:a="http://schemas.openxmlformats.org/drawingml/2006/main">
            <a:off x="7010400" y="47053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11627"/>
                </a:solidFill>
                <a:latin typeface="Space Grotesk"/>
                <a:ea typeface="Space Grotesk"/>
                <a:cs typeface="Space Grotesk"/>
              </a:defRPr>
            </a:pPr>
            <a:r>
              <a:rPr sz="1800" b="1" lang="id-ID">
                <a:solidFill>
                  <a:srgbClr val="011627"/>
                </a:solidFill>
                <a:latin typeface="Space Grotesk"/>
                <a:ea typeface="Space Grotesk"/>
                <a:cs typeface="Space Grotesk"/>
              </a:rPr>
              <a:t>Anti-flash White</a:t>
            </a:r>
          </a:p>
        </p:txBody>
      </p:sp>
      <p:sp>
        <p:nvSpPr>
          <p:cNvPr id="27" name="Isian 11"/>
          <p:cNvSpPr>
            <a:spLocks xmlns:a="http://schemas.openxmlformats.org/drawingml/2006/main" noGrp="1"/>
          </p:cNvSpPr>
          <p:nvPr>
            <p:ph type="body" idx="11" hasCustomPrompt="1"/>
          </p:nvPr>
        </p:nvSpPr>
        <p:spPr>
          <a:xfrm xmlns:a="http://schemas.openxmlformats.org/drawingml/2006/main">
            <a:off x="10287000" y="4724400"/>
            <a:ext cx="129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lang="id-ID">
                <a:solidFill>
                  <a:srgbClr val="536679"/>
                </a:solidFill>
                <a:latin typeface="Space Grotesk"/>
                <a:ea typeface="Space Grotesk"/>
                <a:cs typeface="Space Grotesk"/>
              </a:defRPr>
            </a:pPr>
            <a:r>
              <a:rPr sz="1500" b="0" lang="id-ID">
                <a:solidFill>
                  <a:srgbClr val="536679"/>
                </a:solidFill>
                <a:latin typeface="Space Grotesk"/>
                <a:ea typeface="Space Grotesk"/>
                <a:cs typeface="Space Grotesk"/>
              </a:rPr>
              <a:t>#F0F1F1</a:t>
            </a:r>
          </a:p>
        </p:txBody>
      </p:sp>
      <p:sp>
        <p:nvSpPr>
          <p:cNvPr id="28"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Acuan: jup-design.skill, readme.md dan DESIGN.md. Identitas mengacu pada manual JUP 2023.</a:t>
            </a:r>
          </a:p>
        </p:txBody>
      </p:sp>
    </p:spTree>
  </p:cSld>
</p:sldLayout>
</file>

<file path=ppt/slideLayouts/slideLayout23.xml><?xml version="1.0" encoding="utf-8"?>
<p:sldLayout xmlns:p="http://schemas.openxmlformats.org/presentationml/2006/main" type="cust" preserve="1" showMasterSp="1">
  <p:cSld name="22 Panduan tipografi">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eb3c601b9ee54630">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7c4eda6aac114076"/>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80"/>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81"/>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82"/>
          <p:cNvSpPr>
            <a:spLocks xmlns:a="http://schemas.openxmlformats.org/drawingml/2006/main" noGrp="1"/>
          </p:cNvSpPr>
          <p:nvPr/>
        </p:nvSpPr>
        <p:spPr>
          <a:xfrm xmlns:a="http://schemas.openxmlformats.org/drawingml/2006/main">
            <a:off x="7543800" y="3181350"/>
            <a:ext cx="40386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9" name="Garis pemisah 83"/>
          <p:cNvSpPr>
            <a:spLocks xmlns:a="http://schemas.openxmlformats.org/drawingml/2006/main" noGrp="1"/>
          </p:cNvSpPr>
          <p:nvPr/>
        </p:nvSpPr>
        <p:spPr>
          <a:xfrm xmlns:a="http://schemas.openxmlformats.org/drawingml/2006/main">
            <a:off x="7543800" y="3752850"/>
            <a:ext cx="40386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84"/>
          <p:cNvSpPr>
            <a:spLocks xmlns:a="http://schemas.openxmlformats.org/drawingml/2006/main" noGrp="1"/>
          </p:cNvSpPr>
          <p:nvPr/>
        </p:nvSpPr>
        <p:spPr>
          <a:xfrm xmlns:a="http://schemas.openxmlformats.org/drawingml/2006/main">
            <a:off x="7543800" y="4324350"/>
            <a:ext cx="40386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Garis pemisah 85"/>
          <p:cNvSpPr>
            <a:spLocks xmlns:a="http://schemas.openxmlformats.org/drawingml/2006/main" noGrp="1"/>
          </p:cNvSpPr>
          <p:nvPr/>
        </p:nvSpPr>
        <p:spPr>
          <a:xfrm xmlns:a="http://schemas.openxmlformats.org/drawingml/2006/main">
            <a:off x="7543800" y="4895850"/>
            <a:ext cx="40386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Garis pemisah 86"/>
          <p:cNvSpPr>
            <a:spLocks xmlns:a="http://schemas.openxmlformats.org/drawingml/2006/main" noGrp="1"/>
          </p:cNvSpPr>
          <p:nvPr/>
        </p:nvSpPr>
        <p:spPr>
          <a:xfrm xmlns:a="http://schemas.openxmlformats.org/drawingml/2006/main">
            <a:off x="7543800" y="5467350"/>
            <a:ext cx="40386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3"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PANDUAN TEMPLATE</a:t>
            </a:r>
          </a:p>
        </p:txBody>
      </p:sp>
      <p:sp>
        <p:nvSpPr>
          <p:cNvPr id="14"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5"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6"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B64E7F9-B338-46B8-932D-644DEB346690}" type="slidenum">
              <a:rPr sz="1200" b="0" lang="id-ID">
                <a:solidFill>
                  <a:srgbClr val="536679"/>
                </a:solidFill>
                <a:latin typeface="Space Grotesk"/>
                <a:ea typeface="Space Grotesk"/>
                <a:cs typeface="Space Grotesk"/>
              </a:rPr>
              <a:t>22</a:t>
            </a:fld>
          </a:p>
        </p:txBody>
      </p:sp>
      <p:sp>
        <p:nvSpPr>
          <p:cNvPr id="17"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Tipografi dan tata letak</a:t>
            </a:r>
          </a:p>
        </p:txBody>
      </p:sp>
      <p:sp>
        <p:nvSpPr>
          <p:cNvPr id="18"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Space Grotesk untuk teks. Space Mono untuk angka dan kode.</a:t>
            </a:r>
          </a:p>
        </p:txBody>
      </p:sp>
      <p:sp>
        <p:nvSpPr>
          <p:cNvPr id="19" name="Isian 3"/>
          <p:cNvSpPr>
            <a:spLocks xmlns:a="http://schemas.openxmlformats.org/drawingml/2006/main" noGrp="1"/>
          </p:cNvSpPr>
          <p:nvPr>
            <p:ph type="body" idx="3" hasCustomPrompt="1"/>
          </p:nvPr>
        </p:nvSpPr>
        <p:spPr>
          <a:xfrm xmlns:a="http://schemas.openxmlformats.org/drawingml/2006/main">
            <a:off x="609600" y="2743200"/>
            <a:ext cx="609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lang="id-ID">
                <a:solidFill>
                  <a:srgbClr val="011627"/>
                </a:solidFill>
                <a:latin typeface="Space Grotesk"/>
                <a:ea typeface="Space Grotesk"/>
                <a:cs typeface="Space Grotesk"/>
              </a:defRPr>
            </a:pPr>
            <a:r>
              <a:rPr sz="3900" b="1" lang="id-ID">
                <a:solidFill>
                  <a:srgbClr val="011627"/>
                </a:solidFill>
                <a:latin typeface="Space Grotesk"/>
                <a:ea typeface="Space Grotesk"/>
                <a:cs typeface="Space Grotesk"/>
              </a:rPr>
              <a:t>Space Grotesk</a:t>
            </a:r>
          </a:p>
        </p:txBody>
      </p:sp>
      <p:sp>
        <p:nvSpPr>
          <p:cNvPr id="20" name="Isian 4"/>
          <p:cNvSpPr>
            <a:spLocks xmlns:a="http://schemas.openxmlformats.org/drawingml/2006/main" noGrp="1"/>
          </p:cNvSpPr>
          <p:nvPr>
            <p:ph type="body" idx="4" hasCustomPrompt="1"/>
          </p:nvPr>
        </p:nvSpPr>
        <p:spPr>
          <a:xfrm xmlns:a="http://schemas.openxmlformats.org/drawingml/2006/main">
            <a:off x="609600" y="3752850"/>
            <a:ext cx="609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11627"/>
                </a:solidFill>
                <a:latin typeface="Space Grotesk"/>
                <a:ea typeface="Space Grotesk"/>
                <a:cs typeface="Space Grotesk"/>
              </a:defRPr>
            </a:pPr>
            <a:r>
              <a:rPr sz="2700" b="1" lang="id-ID">
                <a:solidFill>
                  <a:srgbClr val="011627"/>
                </a:solidFill>
                <a:latin typeface="Space Grotesk"/>
                <a:ea typeface="Space Grotesk"/>
                <a:cs typeface="Space Grotesk"/>
              </a:rPr>
              <a:t>Judul yang singkat</a:t>
            </a:r>
          </a:p>
          <a:p xmlns:a="http://schemas.openxmlformats.org/drawingml/2006/main">
            <a:pPr>
              <a:defRPr sz="2700" b="1" lang="id-ID">
                <a:solidFill>
                  <a:srgbClr val="011627"/>
                </a:solidFill>
                <a:latin typeface="Space Grotesk"/>
                <a:ea typeface="Space Grotesk"/>
                <a:cs typeface="Space Grotesk"/>
              </a:defRPr>
            </a:pPr>
            <a:r>
              <a:rPr sz="2700" b="1" lang="id-ID">
                <a:solidFill>
                  <a:srgbClr val="011627"/>
                </a:solidFill>
                <a:latin typeface="Space Grotesk"/>
                <a:ea typeface="Space Grotesk"/>
                <a:cs typeface="Space Grotesk"/>
              </a:rPr>
              <a:t>dan mudah dipahami</a:t>
            </a:r>
          </a:p>
        </p:txBody>
      </p:sp>
      <p:sp>
        <p:nvSpPr>
          <p:cNvPr id="21" name="Isian 5"/>
          <p:cNvSpPr>
            <a:spLocks xmlns:a="http://schemas.openxmlformats.org/drawingml/2006/main" noGrp="1"/>
          </p:cNvSpPr>
          <p:nvPr>
            <p:ph type="body" idx="5" hasCustomPrompt="1"/>
          </p:nvPr>
        </p:nvSpPr>
        <p:spPr>
          <a:xfrm xmlns:a="http://schemas.openxmlformats.org/drawingml/2006/main">
            <a:off x="609600" y="4981575"/>
            <a:ext cx="609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lang="id-ID">
                <a:solidFill>
                  <a:srgbClr val="004999"/>
                </a:solidFill>
                <a:latin typeface="Space Mono"/>
                <a:ea typeface="Space Mono"/>
                <a:cs typeface="Space Mono"/>
              </a:defRPr>
            </a:pPr>
            <a:r>
              <a:rPr sz="2700" b="0" lang="id-ID">
                <a:solidFill>
                  <a:srgbClr val="004999"/>
                </a:solidFill>
                <a:latin typeface="Space Mono"/>
                <a:ea typeface="Space Mono"/>
                <a:cs typeface="Space Mono"/>
              </a:rPr>
              <a:t>Rp 12,4 miliar</a:t>
            </a:r>
          </a:p>
        </p:txBody>
      </p:sp>
      <p:sp>
        <p:nvSpPr>
          <p:cNvPr id="22" name="Isian 6"/>
          <p:cNvSpPr>
            <a:spLocks xmlns:a="http://schemas.openxmlformats.org/drawingml/2006/main" noGrp="1"/>
          </p:cNvSpPr>
          <p:nvPr>
            <p:ph type="body" idx="6" hasCustomPrompt="1"/>
          </p:nvPr>
        </p:nvSpPr>
        <p:spPr>
          <a:xfrm xmlns:a="http://schemas.openxmlformats.org/drawingml/2006/main">
            <a:off x="7543800" y="274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Sampul</a:t>
            </a:r>
          </a:p>
        </p:txBody>
      </p:sp>
      <p:sp>
        <p:nvSpPr>
          <p:cNvPr id="23" name="Isian 7"/>
          <p:cNvSpPr>
            <a:spLocks xmlns:a="http://schemas.openxmlformats.org/drawingml/2006/main" noGrp="1"/>
          </p:cNvSpPr>
          <p:nvPr>
            <p:ph type="body" idx="7" hasCustomPrompt="1"/>
          </p:nvPr>
        </p:nvSpPr>
        <p:spPr>
          <a:xfrm xmlns:a="http://schemas.openxmlformats.org/drawingml/2006/main">
            <a:off x="10287000" y="27432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48 pt</a:t>
            </a:r>
          </a:p>
        </p:txBody>
      </p:sp>
      <p:sp>
        <p:nvSpPr>
          <p:cNvPr id="24" name="Isian 8"/>
          <p:cNvSpPr>
            <a:spLocks xmlns:a="http://schemas.openxmlformats.org/drawingml/2006/main" noGrp="1"/>
          </p:cNvSpPr>
          <p:nvPr>
            <p:ph type="body" idx="8" hasCustomPrompt="1"/>
          </p:nvPr>
        </p:nvSpPr>
        <p:spPr>
          <a:xfrm xmlns:a="http://schemas.openxmlformats.org/drawingml/2006/main">
            <a:off x="7543800" y="33147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Judul slide</a:t>
            </a:r>
          </a:p>
        </p:txBody>
      </p:sp>
      <p:sp>
        <p:nvSpPr>
          <p:cNvPr id="25" name="Isian 9"/>
          <p:cNvSpPr>
            <a:spLocks xmlns:a="http://schemas.openxmlformats.org/drawingml/2006/main" noGrp="1"/>
          </p:cNvSpPr>
          <p:nvPr>
            <p:ph type="body" idx="9" hasCustomPrompt="1"/>
          </p:nvPr>
        </p:nvSpPr>
        <p:spPr>
          <a:xfrm xmlns:a="http://schemas.openxmlformats.org/drawingml/2006/main">
            <a:off x="10287000" y="33147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33 pt</a:t>
            </a:r>
          </a:p>
        </p:txBody>
      </p:sp>
      <p:sp>
        <p:nvSpPr>
          <p:cNvPr id="26" name="Isian 10"/>
          <p:cNvSpPr>
            <a:spLocks xmlns:a="http://schemas.openxmlformats.org/drawingml/2006/main" noGrp="1"/>
          </p:cNvSpPr>
          <p:nvPr>
            <p:ph type="body" idx="10" hasCustomPrompt="1"/>
          </p:nvPr>
        </p:nvSpPr>
        <p:spPr>
          <a:xfrm xmlns:a="http://schemas.openxmlformats.org/drawingml/2006/main">
            <a:off x="7543800" y="3886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Isi utama</a:t>
            </a:r>
          </a:p>
        </p:txBody>
      </p:sp>
      <p:sp>
        <p:nvSpPr>
          <p:cNvPr id="27" name="Isian 11"/>
          <p:cNvSpPr>
            <a:spLocks xmlns:a="http://schemas.openxmlformats.org/drawingml/2006/main" noGrp="1"/>
          </p:cNvSpPr>
          <p:nvPr>
            <p:ph type="body" idx="11" hasCustomPrompt="1"/>
          </p:nvPr>
        </p:nvSpPr>
        <p:spPr>
          <a:xfrm xmlns:a="http://schemas.openxmlformats.org/drawingml/2006/main">
            <a:off x="10287000" y="38862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18–21 pt</a:t>
            </a:r>
          </a:p>
        </p:txBody>
      </p:sp>
      <p:sp>
        <p:nvSpPr>
          <p:cNvPr id="28" name="Isian 12"/>
          <p:cNvSpPr>
            <a:spLocks xmlns:a="http://schemas.openxmlformats.org/drawingml/2006/main" noGrp="1"/>
          </p:cNvSpPr>
          <p:nvPr>
            <p:ph type="body" idx="12" hasCustomPrompt="1"/>
          </p:nvPr>
        </p:nvSpPr>
        <p:spPr>
          <a:xfrm xmlns:a="http://schemas.openxmlformats.org/drawingml/2006/main">
            <a:off x="7543800" y="44577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Sumber dan metadata</a:t>
            </a:r>
          </a:p>
        </p:txBody>
      </p:sp>
      <p:sp>
        <p:nvSpPr>
          <p:cNvPr id="29" name="Isian 13"/>
          <p:cNvSpPr>
            <a:spLocks xmlns:a="http://schemas.openxmlformats.org/drawingml/2006/main" noGrp="1"/>
          </p:cNvSpPr>
          <p:nvPr>
            <p:ph type="body" idx="13" hasCustomPrompt="1"/>
          </p:nvPr>
        </p:nvSpPr>
        <p:spPr>
          <a:xfrm xmlns:a="http://schemas.openxmlformats.org/drawingml/2006/main">
            <a:off x="10287000" y="44577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12 pt</a:t>
            </a:r>
          </a:p>
        </p:txBody>
      </p:sp>
      <p:sp>
        <p:nvSpPr>
          <p:cNvPr id="30" name="Isian 14"/>
          <p:cNvSpPr>
            <a:spLocks xmlns:a="http://schemas.openxmlformats.org/drawingml/2006/main" noGrp="1"/>
          </p:cNvSpPr>
          <p:nvPr>
            <p:ph type="body" idx="14" hasCustomPrompt="1"/>
          </p:nvPr>
        </p:nvSpPr>
        <p:spPr>
          <a:xfrm xmlns:a="http://schemas.openxmlformats.org/drawingml/2006/main">
            <a:off x="7543800" y="5029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Format / margin</a:t>
            </a:r>
          </a:p>
        </p:txBody>
      </p:sp>
      <p:sp>
        <p:nvSpPr>
          <p:cNvPr id="31" name="Isian 15"/>
          <p:cNvSpPr>
            <a:spLocks xmlns:a="http://schemas.openxmlformats.org/drawingml/2006/main" noGrp="1"/>
          </p:cNvSpPr>
          <p:nvPr>
            <p:ph type="body" idx="15" hasCustomPrompt="1"/>
          </p:nvPr>
        </p:nvSpPr>
        <p:spPr>
          <a:xfrm xmlns:a="http://schemas.openxmlformats.org/drawingml/2006/main">
            <a:off x="10287000" y="50292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16:9 / 64 px</a:t>
            </a:r>
          </a:p>
        </p:txBody>
      </p:sp>
      <p:sp>
        <p:nvSpPr>
          <p:cNvPr id="32"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Spesifikasi template v1.3. Nilai rupiah di sisi kiri hanya contoh penulisan angka.</a:t>
            </a:r>
          </a:p>
        </p:txBody>
      </p:sp>
    </p:spTree>
  </p:cSld>
</p:sldLayout>
</file>

<file path=ppt/slideLayouts/slideLayout24.xml><?xml version="1.0" encoding="utf-8"?>
<p:sldLayout xmlns:p="http://schemas.openxmlformats.org/presentationml/2006/main" type="cust" preserve="1" showMasterSp="1">
  <p:cSld name="23 Panduan data">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f7c02f06c85944c7">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6fbcd0f7901e4d8e"/>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87"/>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88"/>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89"/>
          <p:cNvSpPr>
            <a:spLocks xmlns:a="http://schemas.openxmlformats.org/drawingml/2006/main" noGrp="1"/>
          </p:cNvSpPr>
          <p:nvPr/>
        </p:nvSpPr>
        <p:spPr>
          <a:xfrm xmlns:a="http://schemas.openxmlformats.org/drawingml/2006/main">
            <a:off x="3429000" y="3286125"/>
            <a:ext cx="8153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9" name="Garis pemisah 90"/>
          <p:cNvSpPr>
            <a:spLocks xmlns:a="http://schemas.openxmlformats.org/drawingml/2006/main" noGrp="1"/>
          </p:cNvSpPr>
          <p:nvPr/>
        </p:nvSpPr>
        <p:spPr>
          <a:xfrm xmlns:a="http://schemas.openxmlformats.org/drawingml/2006/main">
            <a:off x="3429000" y="3971925"/>
            <a:ext cx="8153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91"/>
          <p:cNvSpPr>
            <a:spLocks xmlns:a="http://schemas.openxmlformats.org/drawingml/2006/main" noGrp="1"/>
          </p:cNvSpPr>
          <p:nvPr/>
        </p:nvSpPr>
        <p:spPr>
          <a:xfrm xmlns:a="http://schemas.openxmlformats.org/drawingml/2006/main">
            <a:off x="3429000" y="4657725"/>
            <a:ext cx="8153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Garis pemisah 92"/>
          <p:cNvSpPr>
            <a:spLocks xmlns:a="http://schemas.openxmlformats.org/drawingml/2006/main" noGrp="1"/>
          </p:cNvSpPr>
          <p:nvPr/>
        </p:nvSpPr>
        <p:spPr>
          <a:xfrm xmlns:a="http://schemas.openxmlformats.org/drawingml/2006/main">
            <a:off x="3429000" y="5343525"/>
            <a:ext cx="8153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PANDUAN TEMPLATE</a:t>
            </a:r>
          </a:p>
        </p:txBody>
      </p:sp>
      <p:sp>
        <p:nvSpPr>
          <p:cNvPr id="13"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5"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233B8212-B13D-4264-8EF5-CB99FC2123BB}" type="slidenum">
              <a:rPr sz="1200" b="0" lang="id-ID">
                <a:solidFill>
                  <a:srgbClr val="536679"/>
                </a:solidFill>
                <a:latin typeface="Space Grotesk"/>
                <a:ea typeface="Space Grotesk"/>
                <a:cs typeface="Space Grotesk"/>
              </a:rPr>
              <a:t>23</a:t>
            </a:fld>
          </a:p>
        </p:txBody>
      </p:sp>
      <p:sp>
        <p:nvSpPr>
          <p:cNvPr id="16"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Data yang dapat ditelusuri</a:t>
            </a:r>
          </a:p>
        </p:txBody>
      </p:sp>
      <p:sp>
        <p:nvSpPr>
          <p:cNvPr id="17"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Cantumkan satuan, periode, pembanding, dan sumber untuk setiap angka.</a:t>
            </a:r>
          </a:p>
        </p:txBody>
      </p:sp>
      <p:sp>
        <p:nvSpPr>
          <p:cNvPr id="18" name="Isian 3"/>
          <p:cNvSpPr>
            <a:spLocks xmlns:a="http://schemas.openxmlformats.org/drawingml/2006/main" noGrp="1"/>
          </p:cNvSpPr>
          <p:nvPr>
            <p:ph type="body" idx="3" hasCustomPrompt="1"/>
          </p:nvPr>
        </p:nvSpPr>
        <p:spPr>
          <a:xfrm xmlns:a="http://schemas.openxmlformats.org/drawingml/2006/main">
            <a:off x="609600" y="27622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Judul</a:t>
            </a:r>
          </a:p>
        </p:txBody>
      </p:sp>
      <p:sp>
        <p:nvSpPr>
          <p:cNvPr id="19" name="Isian 4"/>
          <p:cNvSpPr>
            <a:spLocks xmlns:a="http://schemas.openxmlformats.org/drawingml/2006/main" noGrp="1"/>
          </p:cNvSpPr>
          <p:nvPr>
            <p:ph type="body" idx="4" hasCustomPrompt="1"/>
          </p:nvPr>
        </p:nvSpPr>
        <p:spPr>
          <a:xfrm xmlns:a="http://schemas.openxmlformats.org/drawingml/2006/main">
            <a:off x="3429000" y="2762250"/>
            <a:ext cx="815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[Temuan utama yang didukung data]</a:t>
            </a:r>
          </a:p>
        </p:txBody>
      </p:sp>
      <p:sp>
        <p:nvSpPr>
          <p:cNvPr id="20" name="Isian 5"/>
          <p:cNvSpPr>
            <a:spLocks xmlns:a="http://schemas.openxmlformats.org/drawingml/2006/main" noGrp="1"/>
          </p:cNvSpPr>
          <p:nvPr>
            <p:ph type="body" idx="5" hasCustomPrompt="1"/>
          </p:nvPr>
        </p:nvSpPr>
        <p:spPr>
          <a:xfrm xmlns:a="http://schemas.openxmlformats.org/drawingml/2006/main">
            <a:off x="609600" y="34480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Angka</a:t>
            </a:r>
          </a:p>
        </p:txBody>
      </p:sp>
      <p:sp>
        <p:nvSpPr>
          <p:cNvPr id="21" name="Isian 6"/>
          <p:cNvSpPr>
            <a:spLocks xmlns:a="http://schemas.openxmlformats.org/drawingml/2006/main" noGrp="1"/>
          </p:cNvSpPr>
          <p:nvPr>
            <p:ph type="body" idx="6" hasCustomPrompt="1"/>
          </p:nvPr>
        </p:nvSpPr>
        <p:spPr>
          <a:xfrm xmlns:a="http://schemas.openxmlformats.org/drawingml/2006/main">
            <a:off x="3429000" y="3448050"/>
            <a:ext cx="815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[Nilai] [satuan], [periode pengukuran]</a:t>
            </a:r>
          </a:p>
        </p:txBody>
      </p:sp>
      <p:sp>
        <p:nvSpPr>
          <p:cNvPr id="22" name="Isian 7"/>
          <p:cNvSpPr>
            <a:spLocks xmlns:a="http://schemas.openxmlformats.org/drawingml/2006/main" noGrp="1"/>
          </p:cNvSpPr>
          <p:nvPr>
            <p:ph type="body" idx="7" hasCustomPrompt="1"/>
          </p:nvPr>
        </p:nvSpPr>
        <p:spPr>
          <a:xfrm xmlns:a="http://schemas.openxmlformats.org/drawingml/2006/main">
            <a:off x="609600" y="41338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Pembanding</a:t>
            </a:r>
          </a:p>
        </p:txBody>
      </p:sp>
      <p:sp>
        <p:nvSpPr>
          <p:cNvPr id="23" name="Isian 8"/>
          <p:cNvSpPr>
            <a:spLocks xmlns:a="http://schemas.openxmlformats.org/drawingml/2006/main" noGrp="1"/>
          </p:cNvSpPr>
          <p:nvPr>
            <p:ph type="body" idx="8" hasCustomPrompt="1"/>
          </p:nvPr>
        </p:nvSpPr>
        <p:spPr>
          <a:xfrm xmlns:a="http://schemas.openxmlformats.org/drawingml/2006/main">
            <a:off x="3429000" y="4133850"/>
            <a:ext cx="815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[Target / periode sebelumnya / nilai awal]</a:t>
            </a:r>
          </a:p>
        </p:txBody>
      </p:sp>
      <p:sp>
        <p:nvSpPr>
          <p:cNvPr id="24" name="Isian 9"/>
          <p:cNvSpPr>
            <a:spLocks xmlns:a="http://schemas.openxmlformats.org/drawingml/2006/main" noGrp="1"/>
          </p:cNvSpPr>
          <p:nvPr>
            <p:ph type="body" idx="9" hasCustomPrompt="1"/>
          </p:nvPr>
        </p:nvSpPr>
        <p:spPr>
          <a:xfrm xmlns:a="http://schemas.openxmlformats.org/drawingml/2006/main">
            <a:off x="609600" y="48196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Sumber</a:t>
            </a:r>
          </a:p>
        </p:txBody>
      </p:sp>
      <p:sp>
        <p:nvSpPr>
          <p:cNvPr id="25" name="Isian 10"/>
          <p:cNvSpPr>
            <a:spLocks xmlns:a="http://schemas.openxmlformats.org/drawingml/2006/main" noGrp="1"/>
          </p:cNvSpPr>
          <p:nvPr>
            <p:ph type="body" idx="10" hasCustomPrompt="1"/>
          </p:nvPr>
        </p:nvSpPr>
        <p:spPr>
          <a:xfrm xmlns:a="http://schemas.openxmlformats.org/drawingml/2006/main">
            <a:off x="3429000" y="4819650"/>
            <a:ext cx="815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[Dokumen / sistem], [tanggal], [penanggung jawab data]</a:t>
            </a:r>
          </a:p>
        </p:txBody>
      </p:sp>
      <p:sp>
        <p:nvSpPr>
          <p:cNvPr id="26"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Praktik desain: Microsoft PowerPoint Accessibility dan IBM Design Language. Rujukan lengkap pada catatan slide.</a:t>
            </a:r>
          </a:p>
        </p:txBody>
      </p:sp>
    </p:spTree>
  </p:cSld>
</p:sldLayout>
</file>

<file path=ppt/slideLayouts/slideLayout25.xml><?xml version="1.0" encoding="utf-8"?>
<p:sldLayout xmlns:p="http://schemas.openxmlformats.org/presentationml/2006/main" type="cust" preserve="1" showMasterSp="1">
  <p:cSld name="24 Panduan penggunaan">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617f32549ce94e93">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5cf33b3c1b7a408f"/>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93"/>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94"/>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Garis pemisah 95"/>
          <p:cNvSpPr>
            <a:spLocks xmlns:a="http://schemas.openxmlformats.org/drawingml/2006/main" noGrp="1"/>
          </p:cNvSpPr>
          <p:nvPr/>
        </p:nvSpPr>
        <p:spPr>
          <a:xfrm xmlns:a="http://schemas.openxmlformats.org/drawingml/2006/main">
            <a:off x="1524000" y="3305175"/>
            <a:ext cx="10058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9" name="Garis pemisah 96"/>
          <p:cNvSpPr>
            <a:spLocks xmlns:a="http://schemas.openxmlformats.org/drawingml/2006/main" noGrp="1"/>
          </p:cNvSpPr>
          <p:nvPr/>
        </p:nvSpPr>
        <p:spPr>
          <a:xfrm xmlns:a="http://schemas.openxmlformats.org/drawingml/2006/main">
            <a:off x="1524000" y="4029075"/>
            <a:ext cx="10058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Garis pemisah 97"/>
          <p:cNvSpPr>
            <a:spLocks xmlns:a="http://schemas.openxmlformats.org/drawingml/2006/main" noGrp="1"/>
          </p:cNvSpPr>
          <p:nvPr/>
        </p:nvSpPr>
        <p:spPr>
          <a:xfrm xmlns:a="http://schemas.openxmlformats.org/drawingml/2006/main">
            <a:off x="1524000" y="4752975"/>
            <a:ext cx="10058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Garis pemisah 98"/>
          <p:cNvSpPr>
            <a:spLocks xmlns:a="http://schemas.openxmlformats.org/drawingml/2006/main" noGrp="1"/>
          </p:cNvSpPr>
          <p:nvPr/>
        </p:nvSpPr>
        <p:spPr>
          <a:xfrm xmlns:a="http://schemas.openxmlformats.org/drawingml/2006/main">
            <a:off x="1524000" y="5476875"/>
            <a:ext cx="100584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PANDUAN TEMPLATE</a:t>
            </a:r>
          </a:p>
        </p:txBody>
      </p:sp>
      <p:sp>
        <p:nvSpPr>
          <p:cNvPr id="13"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5"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B9DDE3FF-2540-4DA3-B743-082FC4058D90}" type="slidenum">
              <a:rPr sz="1200" b="0" lang="id-ID">
                <a:solidFill>
                  <a:srgbClr val="536679"/>
                </a:solidFill>
                <a:latin typeface="Space Grotesk"/>
                <a:ea typeface="Space Grotesk"/>
                <a:cs typeface="Space Grotesk"/>
              </a:rPr>
              <a:t>24</a:t>
            </a:fld>
          </a:p>
        </p:txBody>
      </p:sp>
      <p:sp>
        <p:nvSpPr>
          <p:cNvPr id="16"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Penggunaan template</a:t>
            </a:r>
          </a:p>
        </p:txBody>
      </p:sp>
      <p:sp>
        <p:nvSpPr>
          <p:cNvPr id="17"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Pilih tata letak yang sesuai dengan pesan dan kebutuhan rapat.</a:t>
            </a:r>
          </a:p>
        </p:txBody>
      </p:sp>
      <p:sp>
        <p:nvSpPr>
          <p:cNvPr id="18" name="Isian 3"/>
          <p:cNvSpPr>
            <a:spLocks xmlns:a="http://schemas.openxmlformats.org/drawingml/2006/main" noGrp="1"/>
          </p:cNvSpPr>
          <p:nvPr>
            <p:ph type="body" idx="3" hasCustomPrompt="1"/>
          </p:nvPr>
        </p:nvSpPr>
        <p:spPr>
          <a:xfrm xmlns:a="http://schemas.openxmlformats.org/drawingml/2006/main">
            <a:off x="609600" y="27432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01</a:t>
            </a:r>
          </a:p>
        </p:txBody>
      </p:sp>
      <p:sp>
        <p:nvSpPr>
          <p:cNvPr id="19" name="Isian 4"/>
          <p:cNvSpPr>
            <a:spLocks xmlns:a="http://schemas.openxmlformats.org/drawingml/2006/main" noGrp="1"/>
          </p:cNvSpPr>
          <p:nvPr>
            <p:ph type="body" idx="4" hasCustomPrompt="1"/>
          </p:nvPr>
        </p:nvSpPr>
        <p:spPr>
          <a:xfrm xmlns:a="http://schemas.openxmlformats.org/drawingml/2006/main">
            <a:off x="1524000" y="274320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Buka berkas POTX</a:t>
            </a:r>
          </a:p>
        </p:txBody>
      </p:sp>
      <p:sp>
        <p:nvSpPr>
          <p:cNvPr id="20" name="Isian 5"/>
          <p:cNvSpPr>
            <a:spLocks xmlns:a="http://schemas.openxmlformats.org/drawingml/2006/main" noGrp="1"/>
          </p:cNvSpPr>
          <p:nvPr>
            <p:ph type="body" idx="5" hasCustomPrompt="1"/>
          </p:nvPr>
        </p:nvSpPr>
        <p:spPr>
          <a:xfrm xmlns:a="http://schemas.openxmlformats.org/drawingml/2006/main">
            <a:off x="5257800" y="2743200"/>
            <a:ext cx="6324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Isi judul, unit kerja, tanggal, dan klasifikasi dokumen.</a:t>
            </a:r>
          </a:p>
        </p:txBody>
      </p:sp>
      <p:sp>
        <p:nvSpPr>
          <p:cNvPr id="21" name="Isian 6"/>
          <p:cNvSpPr>
            <a:spLocks xmlns:a="http://schemas.openxmlformats.org/drawingml/2006/main" noGrp="1"/>
          </p:cNvSpPr>
          <p:nvPr>
            <p:ph type="body" idx="6" hasCustomPrompt="1"/>
          </p:nvPr>
        </p:nvSpPr>
        <p:spPr>
          <a:xfrm xmlns:a="http://schemas.openxmlformats.org/drawingml/2006/main">
            <a:off x="609600" y="34671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02</a:t>
            </a:r>
          </a:p>
        </p:txBody>
      </p:sp>
      <p:sp>
        <p:nvSpPr>
          <p:cNvPr id="22" name="Isian 7"/>
          <p:cNvSpPr>
            <a:spLocks xmlns:a="http://schemas.openxmlformats.org/drawingml/2006/main" noGrp="1"/>
          </p:cNvSpPr>
          <p:nvPr>
            <p:ph type="body" idx="7" hasCustomPrompt="1"/>
          </p:nvPr>
        </p:nvSpPr>
        <p:spPr>
          <a:xfrm xmlns:a="http://schemas.openxmlformats.org/drawingml/2006/main">
            <a:off x="1524000" y="346710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Pilih tata letak</a:t>
            </a:r>
          </a:p>
        </p:txBody>
      </p:sp>
      <p:sp>
        <p:nvSpPr>
          <p:cNvPr id="23" name="Isian 8"/>
          <p:cNvSpPr>
            <a:spLocks xmlns:a="http://schemas.openxmlformats.org/drawingml/2006/main" noGrp="1"/>
          </p:cNvSpPr>
          <p:nvPr>
            <p:ph type="body" idx="8" hasCustomPrompt="1"/>
          </p:nvPr>
        </p:nvSpPr>
        <p:spPr>
          <a:xfrm xmlns:a="http://schemas.openxmlformats.org/drawingml/2006/main">
            <a:off x="5257800" y="3467100"/>
            <a:ext cx="6324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Pilih New Slide atau duplikasi slide contoh.</a:t>
            </a:r>
          </a:p>
        </p:txBody>
      </p:sp>
      <p:sp>
        <p:nvSpPr>
          <p:cNvPr id="24" name="Isian 9"/>
          <p:cNvSpPr>
            <a:spLocks xmlns:a="http://schemas.openxmlformats.org/drawingml/2006/main" noGrp="1"/>
          </p:cNvSpPr>
          <p:nvPr>
            <p:ph type="body" idx="9" hasCustomPrompt="1"/>
          </p:nvPr>
        </p:nvSpPr>
        <p:spPr>
          <a:xfrm xmlns:a="http://schemas.openxmlformats.org/drawingml/2006/main">
            <a:off x="609600" y="41910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03</a:t>
            </a:r>
          </a:p>
        </p:txBody>
      </p:sp>
      <p:sp>
        <p:nvSpPr>
          <p:cNvPr id="25" name="Isian 10"/>
          <p:cNvSpPr>
            <a:spLocks xmlns:a="http://schemas.openxmlformats.org/drawingml/2006/main" noGrp="1"/>
          </p:cNvSpPr>
          <p:nvPr>
            <p:ph type="body" idx="10" hasCustomPrompt="1"/>
          </p:nvPr>
        </p:nvSpPr>
        <p:spPr>
          <a:xfrm xmlns:a="http://schemas.openxmlformats.org/drawingml/2006/main">
            <a:off x="1524000" y="419100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Ganti isi dan data</a:t>
            </a:r>
          </a:p>
        </p:txBody>
      </p:sp>
      <p:sp>
        <p:nvSpPr>
          <p:cNvPr id="26" name="Isian 11"/>
          <p:cNvSpPr>
            <a:spLocks xmlns:a="http://schemas.openxmlformats.org/drawingml/2006/main" noGrp="1"/>
          </p:cNvSpPr>
          <p:nvPr>
            <p:ph type="body" idx="11" hasCustomPrompt="1"/>
          </p:nvPr>
        </p:nvSpPr>
        <p:spPr>
          <a:xfrm xmlns:a="http://schemas.openxmlformats.org/drawingml/2006/main">
            <a:off x="5257800" y="4191000"/>
            <a:ext cx="6324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Perbarui teks, tabel, grafik, foto, dan sumber data.</a:t>
            </a:r>
          </a:p>
        </p:txBody>
      </p:sp>
      <p:sp>
        <p:nvSpPr>
          <p:cNvPr id="27" name="Isian 12"/>
          <p:cNvSpPr>
            <a:spLocks xmlns:a="http://schemas.openxmlformats.org/drawingml/2006/main" noGrp="1"/>
          </p:cNvSpPr>
          <p:nvPr>
            <p:ph type="body" idx="12" hasCustomPrompt="1"/>
          </p:nvPr>
        </p:nvSpPr>
        <p:spPr>
          <a:xfrm xmlns:a="http://schemas.openxmlformats.org/drawingml/2006/main">
            <a:off x="609600" y="49149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04</a:t>
            </a:r>
          </a:p>
        </p:txBody>
      </p:sp>
      <p:sp>
        <p:nvSpPr>
          <p:cNvPr id="28" name="Isian 13"/>
          <p:cNvSpPr>
            <a:spLocks xmlns:a="http://schemas.openxmlformats.org/drawingml/2006/main" noGrp="1"/>
          </p:cNvSpPr>
          <p:nvPr>
            <p:ph type="body" idx="13" hasCustomPrompt="1"/>
          </p:nvPr>
        </p:nvSpPr>
        <p:spPr>
          <a:xfrm xmlns:a="http://schemas.openxmlformats.org/drawingml/2006/main">
            <a:off x="1524000" y="491490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Periksa sebelum dibagikan</a:t>
            </a:r>
          </a:p>
        </p:txBody>
      </p:sp>
      <p:sp>
        <p:nvSpPr>
          <p:cNvPr id="29" name="Isian 14"/>
          <p:cNvSpPr>
            <a:spLocks xmlns:a="http://schemas.openxmlformats.org/drawingml/2006/main" noGrp="1"/>
          </p:cNvSpPr>
          <p:nvPr>
            <p:ph type="body" idx="14" hasCustomPrompt="1"/>
          </p:nvPr>
        </p:nvSpPr>
        <p:spPr>
          <a:xfrm xmlns:a="http://schemas.openxmlformats.org/drawingml/2006/main">
            <a:off x="5257800" y="4914900"/>
            <a:ext cx="6324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Periksa isi; hapus slide panduan dan isian yang tersisa.</a:t>
            </a:r>
          </a:p>
        </p:txBody>
      </p:sp>
      <p:sp>
        <p:nvSpPr>
          <p:cNvPr id="30" name="Sumber dan periode"/>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Template v1.3, 17 September 2026. Jenis huruf: Space Grotesk dan Space Mono.</a:t>
            </a:r>
          </a:p>
        </p:txBody>
      </p:sp>
    </p:spTree>
  </p:cSld>
</p:sldLayout>
</file>

<file path=ppt/slideLayouts/slideLayout26.xml><?xml version="1.0" encoding="utf-8"?>
<p:sldLayout xmlns:p="http://schemas.openxmlformats.org/presentationml/2006/main" type="cust" preserve="1" showMasterSp="1">
  <p:cSld name="25 Sampul dengan pembicara">
    <p:bg>
      <p:bgPr>
        <a:solidFill xmlns:a="http://schemas.openxmlformats.org/drawingml/2006/main">
          <a:srgbClr val="011627"/>
        </a:solidFill>
      </p:bgPr>
    </p:bg>
    <p:spTree>
      <p:nvGrpSpPr>
        <p:cNvPr id="1" name=""/>
        <p:cNvGrpSpPr/>
        <p:nvPr/>
      </p:nvGrpSpPr>
      <p:grpSpPr>
        <a:xfrm xmlns:a="http://schemas.openxmlformats.org/drawingml/2006/main"/>
      </p:grpSpPr>
      <p:pic>
        <p:nvPicPr>
          <p:cNvPr id="2" name="" descr="Motif garis JUP asli — sampul"/>
          <p:cNvPicPr>
            <a:picLocks xmlns:a="http://schemas.openxmlformats.org/drawingml/2006/main" noChangeAspect="1"/>
          </p:cNvPicPr>
          <p:nvPr/>
        </p:nvPicPr>
        <p:blipFill>
          <a:blip xmlns:r="http://schemas.openxmlformats.org/officeDocument/2006/relationships" xmlns:a="http://schemas.openxmlformats.org/drawingml/2006/main" r:embed="R26bee2ffc3c34d03">
            <a:duotone>
              <a:srgbClr val="FFFFFF"/>
              <a:srgbClr val="FFFFFF"/>
            </a:duotone>
          </a:blip>
          <ns0:srcRect xmlns:ns0="http://schemas.openxmlformats.org/drawingml/2006/main" l="61198" t="21833" r="10195" b="18704"/>
          <a:stretch xmlns:a="http://schemas.openxmlformats.org/drawingml/2006/main"/>
        </p:blipFill>
        <p:spPr>
          <a:xfrm xmlns:a="http://schemas.openxmlformats.org/drawingml/2006/main">
            <a:off x="7239000" y="0"/>
            <a:ext cx="4953000" cy="5791200"/>
          </a:xfrm>
          <a:prstGeom xmlns:a="http://schemas.openxmlformats.org/drawingml/2006/main" prst="rect">
            <a:avLst/>
          </a:prstGeom>
        </p:spPr>
      </p:pic>
      <p:sp>
        <p:nvSpPr>
          <p:cNvPr id="3" name="Bidang putih logo JUP"/>
          <p:cNvSpPr>
            <a:spLocks xmlns:a="http://schemas.openxmlformats.org/drawingml/2006/main" noGrp="1"/>
          </p:cNvSpPr>
          <p:nvPr/>
        </p:nvSpPr>
        <p:spPr>
          <a:xfrm xmlns:a="http://schemas.openxmlformats.org/drawingml/2006/main">
            <a:off x="647700" y="400050"/>
            <a:ext cx="3048000" cy="102839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Dark.png dari pengguna; proporsi dan berkas gambar asli dipertahankan"/>
          <p:cNvPicPr>
            <a:picLocks xmlns:a="http://schemas.openxmlformats.org/drawingml/2006/main" noChangeAspect="1"/>
          </p:cNvPicPr>
          <p:nvPr/>
        </p:nvPicPr>
        <p:blipFill>
          <a:blip xmlns:r="http://schemas.openxmlformats.org/officeDocument/2006/relationships" xmlns:a="http://schemas.openxmlformats.org/drawingml/2006/main" r:embed="rIdJupDarkLogo"/>
          <a:stretch xmlns:a="http://schemas.openxmlformats.org/drawingml/2006/main"/>
        </p:blipFill>
        <p:spPr>
          <a:xfrm xmlns:a="http://schemas.openxmlformats.org/drawingml/2006/main">
            <a:off x="647700" y="400050"/>
            <a:ext cx="3048000" cy="1028390"/>
          </a:xfrm>
          <a:prstGeom xmlns:a="http://schemas.openxmlformats.org/drawingml/2006/main" prst="rect">
            <a:avLst/>
          </a:prstGeom>
        </p:spPr>
      </p:pic>
      <p:pic>
        <p:nvPicPr>
          <p:cNvPr id="5" name="" descr="Ikon kontak ig"/>
          <p:cNvPicPr>
            <a:picLocks xmlns:a="http://schemas.openxmlformats.org/drawingml/2006/main" noChangeAspect="1"/>
          </p:cNvPicPr>
          <p:nvPr/>
        </p:nvPicPr>
        <p:blipFill>
          <a:blip xmlns:r="http://schemas.openxmlformats.org/officeDocument/2006/relationships" xmlns:a="http://schemas.openxmlformats.org/drawingml/2006/main" r:embed="R91c59edf9e8e45d0">
            <a:duotone>
              <a:srgbClr val="FFFFFF"/>
              <a:srgbClr val="FFFFFF"/>
            </a:duotone>
          </a:blip>
          <ns0:srcRect xmlns:ns0="http://schemas.openxmlformats.org/drawingml/2006/main" l="16302" t="77037" r="82083" b="20000"/>
          <a:stretch xmlns:a="http://schemas.openxmlformats.org/drawingml/2006/main"/>
        </p:blipFill>
        <p:spPr>
          <a:xfrm xmlns:a="http://schemas.openxmlformats.org/drawingml/2006/main">
            <a:off x="609600" y="5829300"/>
            <a:ext cx="221456" cy="228600"/>
          </a:xfrm>
          <a:prstGeom xmlns:a="http://schemas.openxmlformats.org/drawingml/2006/main" prst="rect">
            <a:avLst/>
          </a:prstGeom>
        </p:spPr>
      </p:pic>
      <p:pic>
        <p:nvPicPr>
          <p:cNvPr id="6" name="" descr="Ikon kontak web"/>
          <p:cNvPicPr>
            <a:picLocks xmlns:a="http://schemas.openxmlformats.org/drawingml/2006/main" noChangeAspect="1"/>
          </p:cNvPicPr>
          <p:nvPr/>
        </p:nvPicPr>
        <p:blipFill>
          <a:blip xmlns:r="http://schemas.openxmlformats.org/officeDocument/2006/relationships" xmlns:a="http://schemas.openxmlformats.org/drawingml/2006/main" r:embed="R8f26842ec62d4bba">
            <a:duotone>
              <a:srgbClr val="FFFFFF"/>
              <a:srgbClr val="FFFFFF"/>
            </a:duotone>
          </a:blip>
          <ns0:srcRect xmlns:ns0="http://schemas.openxmlformats.org/drawingml/2006/main" l="30625" t="77037" r="67552" b="19630"/>
          <a:stretch xmlns:a="http://schemas.openxmlformats.org/drawingml/2006/main"/>
        </p:blipFill>
        <p:spPr>
          <a:xfrm xmlns:a="http://schemas.openxmlformats.org/drawingml/2006/main">
            <a:off x="3429000" y="5829300"/>
            <a:ext cx="222250" cy="228600"/>
          </a:xfrm>
          <a:prstGeom xmlns:a="http://schemas.openxmlformats.org/drawingml/2006/main" prst="rect">
            <a:avLst/>
          </a:prstGeom>
        </p:spPr>
      </p:pic>
      <p:pic>
        <p:nvPicPr>
          <p:cNvPr id="7"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e33014cceebc4cf6"/>
          <a:stretch xmlns:a="http://schemas.openxmlformats.org/drawingml/2006/main"/>
        </p:blipFill>
        <p:spPr>
          <a:xfrm xmlns:a="http://schemas.openxmlformats.org/drawingml/2006/main">
            <a:off x="9182100" y="6098465"/>
            <a:ext cx="3009900" cy="566569"/>
          </a:xfrm>
          <a:prstGeom xmlns:a="http://schemas.openxmlformats.org/drawingml/2006/main" prst="rect">
            <a:avLst/>
          </a:prstGeom>
        </p:spPr>
      </p:pic>
      <p:sp>
        <p:nvSpPr>
          <p:cNvPr id="8" name="Garis pemisah 2"/>
          <p:cNvSpPr>
            <a:spLocks xmlns:a="http://schemas.openxmlformats.org/drawingml/2006/main" noGrp="1"/>
          </p:cNvSpPr>
          <p:nvPr/>
        </p:nvSpPr>
        <p:spPr>
          <a:xfrm xmlns:a="http://schemas.openxmlformats.org/drawingml/2006/main">
            <a:off x="609600" y="6096000"/>
            <a:ext cx="5905500" cy="0"/>
          </a:xfrm>
          <a:prstGeom xmlns:a="http://schemas.openxmlformats.org/drawingml/2006/main" prst="line">
            <a:avLst/>
          </a:prstGeom>
          <a:noFill xmlns:a="http://schemas.openxmlformats.org/drawingml/2006/main"/>
          <a:ln xmlns:a="http://schemas.openxmlformats.org/drawingml/2006/main" w="9525">
            <a:solidFill>
              <a:srgbClr val="35485C"/>
            </a:solidFill>
          </a:ln>
        </p:spPr>
      </p:sp>
      <p:sp>
        <p:nvSpPr>
          <p:cNvPr id="9" name="Judul presentasi"/>
          <p:cNvSpPr>
            <a:spLocks xmlns:a="http://schemas.openxmlformats.org/drawingml/2006/main" noGrp="1"/>
          </p:cNvSpPr>
          <p:nvPr>
            <p:ph type="title" idx="0" hasCustomPrompt="1"/>
          </p:nvPr>
        </p:nvSpPr>
        <p:spPr>
          <a:xfrm xmlns:a="http://schemas.openxmlformats.org/drawingml/2006/main">
            <a:off x="609600" y="2409825"/>
            <a:ext cx="685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F0F1F1"/>
                </a:solidFill>
                <a:latin typeface="Space Grotesk"/>
                <a:ea typeface="Space Grotesk"/>
                <a:cs typeface="Space Grotesk"/>
              </a:defRPr>
            </a:pPr>
            <a:r>
              <a:rPr sz="4200" b="1">
                <a:solidFill>
                  <a:srgbClr val="F0F1F1"/>
                </a:solidFill>
                <a:latin typeface="Space Grotesk"/>
                <a:ea typeface="Space Grotesk"/>
                <a:cs typeface="Space Grotesk"/>
              </a:rPr>
              <a:t>[Judul presentasi]</a:t>
            </a:r>
          </a:p>
          <a:p xmlns:a="http://schemas.openxmlformats.org/drawingml/2006/main">
            <a:pPr>
              <a:defRPr sz="4200" b="1">
                <a:solidFill>
                  <a:srgbClr val="F0F1F1"/>
                </a:solidFill>
                <a:latin typeface="Space Grotesk"/>
                <a:ea typeface="Space Grotesk"/>
                <a:cs typeface="Space Grotesk"/>
              </a:defRPr>
            </a:pPr>
            <a:r>
              <a:rPr sz="4200" b="1">
                <a:solidFill>
                  <a:srgbClr val="F0F1F1"/>
                </a:solidFill>
                <a:latin typeface="Space Grotesk"/>
                <a:ea typeface="Space Grotesk"/>
                <a:cs typeface="Space Grotesk"/>
              </a:rPr>
              <a:t>[Baris kedua]</a:t>
            </a:r>
          </a:p>
        </p:txBody>
      </p:sp>
      <p:sp>
        <p:nvSpPr>
          <p:cNvPr id="10" name="Nama acara"/>
          <p:cNvSpPr>
            <a:spLocks xmlns:a="http://schemas.openxmlformats.org/drawingml/2006/main" noGrp="1"/>
          </p:cNvSpPr>
          <p:nvPr>
            <p:ph type="body" idx="2" hasCustomPrompt="1"/>
          </p:nvPr>
        </p:nvSpPr>
        <p:spPr>
          <a:xfrm xmlns:a="http://schemas.openxmlformats.org/drawingml/2006/main">
            <a:off x="609600" y="194310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0F1F1"/>
                </a:solidFill>
                <a:latin typeface="Space Grotesk"/>
                <a:ea typeface="Space Grotesk"/>
                <a:cs typeface="Space Grotesk"/>
              </a:defRPr>
            </a:pPr>
            <a:r>
              <a:rPr sz="1500" b="1">
                <a:solidFill>
                  <a:srgbClr val="F0F1F1"/>
                </a:solidFill>
                <a:latin typeface="Space Grotesk"/>
                <a:ea typeface="Space Grotesk"/>
                <a:cs typeface="Space Grotesk"/>
              </a:rPr>
              <a:t>[NAMA ACARA]</a:t>
            </a:r>
          </a:p>
        </p:txBody>
      </p:sp>
      <p:sp>
        <p:nvSpPr>
          <p:cNvPr id="11" name="Label pembicara"/>
          <p:cNvSpPr>
            <a:spLocks xmlns:a="http://schemas.openxmlformats.org/drawingml/2006/main" noGrp="1"/>
          </p:cNvSpPr>
          <p:nvPr>
            <p:ph type="body" idx="5" hasCustomPrompt="1"/>
          </p:nvPr>
        </p:nvSpPr>
        <p:spPr>
          <a:xfrm xmlns:a="http://schemas.openxmlformats.org/drawingml/2006/main">
            <a:off x="609600" y="393382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0F1F1"/>
                </a:solidFill>
                <a:latin typeface="Space Grotesk"/>
                <a:ea typeface="Space Grotesk"/>
                <a:cs typeface="Space Grotesk"/>
              </a:defRPr>
            </a:pPr>
            <a:r>
              <a:rPr sz="1200" b="1">
                <a:solidFill>
                  <a:srgbClr val="F0F1F1"/>
                </a:solidFill>
                <a:latin typeface="Space Grotesk"/>
                <a:ea typeface="Space Grotesk"/>
                <a:cs typeface="Space Grotesk"/>
              </a:rPr>
              <a:t>DISAMPAIKAN OLEH</a:t>
            </a:r>
          </a:p>
        </p:txBody>
      </p:sp>
      <p:sp>
        <p:nvSpPr>
          <p:cNvPr id="12" name="Nama pembicara"/>
          <p:cNvSpPr>
            <a:spLocks xmlns:a="http://schemas.openxmlformats.org/drawingml/2006/main" noGrp="1"/>
          </p:cNvSpPr>
          <p:nvPr>
            <p:ph type="body" idx="6" hasCustomPrompt="1"/>
          </p:nvPr>
        </p:nvSpPr>
        <p:spPr>
          <a:xfrm xmlns:a="http://schemas.openxmlformats.org/drawingml/2006/main">
            <a:off x="609600" y="42862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0F1F1"/>
                </a:solidFill>
                <a:latin typeface="Space Grotesk"/>
                <a:ea typeface="Space Grotesk"/>
                <a:cs typeface="Space Grotesk"/>
              </a:defRPr>
            </a:pPr>
            <a:r>
              <a:rPr sz="2550" b="1">
                <a:solidFill>
                  <a:srgbClr val="F0F1F1"/>
                </a:solidFill>
                <a:latin typeface="Space Grotesk"/>
                <a:ea typeface="Space Grotesk"/>
                <a:cs typeface="Space Grotesk"/>
              </a:rPr>
              <a:t>[Nama lengkap pembicara]</a:t>
            </a:r>
          </a:p>
        </p:txBody>
      </p:sp>
      <p:sp>
        <p:nvSpPr>
          <p:cNvPr id="13" name="Jabatan pembicara"/>
          <p:cNvSpPr>
            <a:spLocks xmlns:a="http://schemas.openxmlformats.org/drawingml/2006/main" noGrp="1"/>
          </p:cNvSpPr>
          <p:nvPr>
            <p:ph type="body" idx="7" hasCustomPrompt="1"/>
          </p:nvPr>
        </p:nvSpPr>
        <p:spPr>
          <a:xfrm xmlns:a="http://schemas.openxmlformats.org/drawingml/2006/main">
            <a:off x="609600" y="477202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0F1F1"/>
                </a:solidFill>
                <a:latin typeface="Space Grotesk"/>
                <a:ea typeface="Space Grotesk"/>
                <a:cs typeface="Space Grotesk"/>
              </a:defRPr>
            </a:pPr>
            <a:r>
              <a:rPr sz="1950" b="0">
                <a:solidFill>
                  <a:srgbClr val="F0F1F1"/>
                </a:solidFill>
                <a:latin typeface="Space Grotesk"/>
                <a:ea typeface="Space Grotesk"/>
                <a:cs typeface="Space Grotesk"/>
              </a:rPr>
              <a:t>[Jabatan]</a:t>
            </a:r>
          </a:p>
        </p:txBody>
      </p:sp>
      <p:sp>
        <p:nvSpPr>
          <p:cNvPr id="14" name="Instansi pembicara"/>
          <p:cNvSpPr>
            <a:spLocks xmlns:a="http://schemas.openxmlformats.org/drawingml/2006/main" noGrp="1"/>
          </p:cNvSpPr>
          <p:nvPr>
            <p:ph type="body" idx="8" hasCustomPrompt="1"/>
          </p:nvPr>
        </p:nvSpPr>
        <p:spPr>
          <a:xfrm xmlns:a="http://schemas.openxmlformats.org/drawingml/2006/main">
            <a:off x="609600" y="515302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0F1F1"/>
                </a:solidFill>
                <a:latin typeface="Space Grotesk"/>
                <a:ea typeface="Space Grotesk"/>
                <a:cs typeface="Space Grotesk"/>
              </a:defRPr>
            </a:pPr>
            <a:r>
              <a:rPr sz="1650" b="0">
                <a:solidFill>
                  <a:srgbClr val="F0F1F1"/>
                </a:solidFill>
                <a:latin typeface="Space Grotesk"/>
                <a:ea typeface="Space Grotesk"/>
                <a:cs typeface="Space Grotesk"/>
              </a:rPr>
              <a:t>[Unit kerja / instansi]</a:t>
            </a:r>
          </a:p>
        </p:txBody>
      </p:sp>
      <p:sp>
        <p:nvSpPr>
          <p:cNvPr id="15" name="Tanggal presentasi"/>
          <p:cNvSpPr>
            <a:spLocks xmlns:a="http://schemas.openxmlformats.org/drawingml/2006/main" noGrp="1"/>
          </p:cNvSpPr>
          <p:nvPr>
            <p:ph type="body" idx="9" hasCustomPrompt="1"/>
          </p:nvPr>
        </p:nvSpPr>
        <p:spPr>
          <a:xfrm xmlns:a="http://schemas.openxmlformats.org/drawingml/2006/main">
            <a:off x="609600" y="55149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F0F1F1"/>
                </a:solidFill>
                <a:latin typeface="Space Grotesk"/>
                <a:ea typeface="Space Grotesk"/>
                <a:cs typeface="Space Grotesk"/>
              </a:defRPr>
            </a:pPr>
            <a:r>
              <a:rPr sz="1350" b="0">
                <a:solidFill>
                  <a:srgbClr val="F0F1F1"/>
                </a:solidFill>
                <a:latin typeface="Space Grotesk"/>
                <a:ea typeface="Space Grotesk"/>
                <a:cs typeface="Space Grotesk"/>
              </a:rPr>
              <a:t>[Tanggal presentasi]</a:t>
            </a:r>
          </a:p>
        </p:txBody>
      </p:sp>
      <p:sp>
        <p:nvSpPr>
          <p:cNvPr id="16" name="Kontak ig">
            <ns0:hlinkClick xmlns:ns0="http://schemas.openxmlformats.org/drawingml/2006/main" xmlns:ns1="http://schemas.openxmlformats.org/officeDocument/2006/relationships" ns1:id="rIdJupContact1"/>
          </p:cNvPr>
          <p:cNvSpPr>
            <a:spLocks xmlns:a="http://schemas.openxmlformats.org/drawingml/2006/main" noGrp="1"/>
          </p:cNvSpPr>
          <p:nvPr>
            <p:ph type="body" idx="90" hasCustomPrompt="1"/>
          </p:nvPr>
        </p:nvSpPr>
        <p:spPr>
          <a:xfrm xmlns:a="http://schemas.openxmlformats.org/drawingml/2006/main">
            <a:off x="952500" y="5838825"/>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@jakartautilitas</a:t>
            </a:r>
          </a:p>
        </p:txBody>
      </p:sp>
      <p:sp>
        <p:nvSpPr>
          <p:cNvPr id="17" name="Kontak web">
            <ns0:hlinkClick xmlns:ns0="http://schemas.openxmlformats.org/drawingml/2006/main" xmlns:ns1="http://schemas.openxmlformats.org/officeDocument/2006/relationships" ns1:id="rIdJupContact2"/>
          </p:cNvPr>
          <p:cNvSpPr>
            <a:spLocks xmlns:a="http://schemas.openxmlformats.org/drawingml/2006/main" noGrp="1"/>
          </p:cNvSpPr>
          <p:nvPr>
            <p:ph type="body" idx="91" hasCustomPrompt="1"/>
          </p:nvPr>
        </p:nvSpPr>
        <p:spPr>
          <a:xfrm xmlns:a="http://schemas.openxmlformats.org/drawingml/2006/main">
            <a:off x="3771900" y="58388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www.jup.co.id</a:t>
            </a:r>
          </a:p>
        </p:txBody>
      </p:sp>
      <p:sp>
        <p:nvSpPr>
          <p:cNvPr id="18" name="Klasifikasi dokumen"/>
          <p:cNvSpPr>
            <a:spLocks xmlns:a="http://schemas.openxmlformats.org/drawingml/2006/main" noGrp="1"/>
          </p:cNvSpPr>
          <p:nvPr>
            <p:ph type="body" idx="98" hasCustomPrompt="1"/>
          </p:nvPr>
        </p:nvSpPr>
        <p:spPr>
          <a:xfrm xmlns:a="http://schemas.openxmlformats.org/drawingml/2006/main">
            <a:off x="609600" y="63150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F0F1F1"/>
                </a:solidFill>
                <a:latin typeface="Space Grotesk"/>
                <a:ea typeface="Space Grotesk"/>
                <a:cs typeface="Space Grotesk"/>
              </a:defRPr>
            </a:pPr>
            <a:r>
              <a:rPr sz="1200" b="0" lang="id-ID">
                <a:solidFill>
                  <a:srgbClr val="F0F1F1"/>
                </a:solidFill>
                <a:latin typeface="Space Grotesk"/>
                <a:ea typeface="Space Grotesk"/>
                <a:cs typeface="Space Grotesk"/>
              </a:rPr>
              <a:t>[Klasifikasi dokumen]</a:t>
            </a:r>
          </a:p>
        </p:txBody>
      </p:sp>
    </p:spTree>
  </p:cSld>
</p:sldLayout>
</file>

<file path=ppt/slideLayouts/slideLayout27.xml><?xml version="1.0" encoding="utf-8"?>
<p:sldLayout xmlns:p="http://schemas.openxmlformats.org/presentationml/2006/main" type="cust" preserve="1" showMasterSp="1">
  <p:cSld name="26 Profil satu pembicara">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f191b7117eaf49be">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13030c60c2b84c09"/>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40"/>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41"/>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Pemisah 26-376-459"/>
          <p:cNvSpPr>
            <a:spLocks xmlns:a="http://schemas.openxmlformats.org/drawingml/2006/main" noGrp="1"/>
          </p:cNvSpPr>
          <p:nvPr/>
        </p:nvSpPr>
        <p:spPr>
          <a:xfrm xmlns:a="http://schemas.openxmlformats.org/drawingml/2006/main">
            <a:off x="3581400" y="4371975"/>
            <a:ext cx="8001000" cy="0"/>
          </a:xfrm>
          <a:prstGeom xmlns:a="http://schemas.openxmlformats.org/drawingml/2006/main" prst="line">
            <a:avLst/>
          </a:prstGeom>
          <a:noFill xmlns:a="http://schemas.openxmlformats.org/drawingml/2006/main"/>
          <a:ln xmlns:a="http://schemas.openxmlformats.org/drawingml/2006/main" w="19050">
            <a:solidFill>
              <a:srgbClr val="00A550"/>
            </a:solidFill>
          </a:ln>
        </p:spPr>
      </p:sp>
      <p:sp>
        <p:nvSpPr>
          <p:cNvPr id="9"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Pembicara</a:t>
            </a:r>
          </a:p>
        </p:txBody>
      </p:sp>
      <p:sp>
        <p:nvSpPr>
          <p:cNvPr id="10"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PEMBICARA</a:t>
            </a:r>
          </a:p>
        </p:txBody>
      </p:sp>
      <p:sp>
        <p:nvSpPr>
          <p:cNvPr id="11"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[Nama acara / agenda]</a:t>
            </a:r>
          </a:p>
        </p:txBody>
      </p:sp>
      <p:sp>
        <p:nvSpPr>
          <p:cNvPr id="12" name="Foto pembicara"/>
          <p:cNvSpPr>
            <a:spLocks xmlns:a="http://schemas.openxmlformats.org/drawingml/2006/main" noGrp="1"/>
          </p:cNvSpPr>
          <p:nvPr>
            <p:ph type="pic" idx="5" hasCustomPrompt="1"/>
          </p:nvPr>
        </p:nvSpPr>
        <p:spPr>
          <a:xfrm xmlns:a="http://schemas.openxmlformats.org/drawingml/2006/main">
            <a:off x="609600" y="2686050"/>
            <a:ext cx="2438400" cy="28956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3" name="Nama pembicara"/>
          <p:cNvSpPr>
            <a:spLocks xmlns:a="http://schemas.openxmlformats.org/drawingml/2006/main" noGrp="1"/>
          </p:cNvSpPr>
          <p:nvPr>
            <p:ph type="body" idx="6" hasCustomPrompt="1"/>
          </p:nvPr>
        </p:nvSpPr>
        <p:spPr>
          <a:xfrm xmlns:a="http://schemas.openxmlformats.org/drawingml/2006/main">
            <a:off x="3581400" y="266700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011627"/>
                </a:solidFill>
                <a:latin typeface="Space Grotesk"/>
                <a:ea typeface="Space Grotesk"/>
                <a:cs typeface="Space Grotesk"/>
              </a:defRPr>
            </a:pPr>
            <a:r>
              <a:rPr sz="3000" b="1">
                <a:solidFill>
                  <a:srgbClr val="011627"/>
                </a:solidFill>
                <a:latin typeface="Space Grotesk"/>
                <a:ea typeface="Space Grotesk"/>
                <a:cs typeface="Space Grotesk"/>
              </a:rPr>
              <a:t>[Nama lengkap pembicara]</a:t>
            </a:r>
          </a:p>
        </p:txBody>
      </p:sp>
      <p:sp>
        <p:nvSpPr>
          <p:cNvPr id="14" name="Jabatan pembicara"/>
          <p:cNvSpPr>
            <a:spLocks xmlns:a="http://schemas.openxmlformats.org/drawingml/2006/main" noGrp="1"/>
          </p:cNvSpPr>
          <p:nvPr>
            <p:ph type="body" idx="7" hasCustomPrompt="1"/>
          </p:nvPr>
        </p:nvSpPr>
        <p:spPr>
          <a:xfrm xmlns:a="http://schemas.openxmlformats.org/drawingml/2006/main">
            <a:off x="3581400" y="3390900"/>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04999"/>
                </a:solidFill>
                <a:latin typeface="Space Grotesk"/>
                <a:ea typeface="Space Grotesk"/>
                <a:cs typeface="Space Grotesk"/>
              </a:defRPr>
            </a:pPr>
            <a:r>
              <a:rPr sz="2100" b="0">
                <a:solidFill>
                  <a:srgbClr val="004999"/>
                </a:solidFill>
                <a:latin typeface="Space Grotesk"/>
                <a:ea typeface="Space Grotesk"/>
                <a:cs typeface="Space Grotesk"/>
              </a:rPr>
              <a:t>[Jabatan]</a:t>
            </a:r>
          </a:p>
        </p:txBody>
      </p:sp>
      <p:sp>
        <p:nvSpPr>
          <p:cNvPr id="15" name="Instansi pembicara"/>
          <p:cNvSpPr>
            <a:spLocks xmlns:a="http://schemas.openxmlformats.org/drawingml/2006/main" noGrp="1"/>
          </p:cNvSpPr>
          <p:nvPr>
            <p:ph type="body" idx="8" hasCustomPrompt="1"/>
          </p:nvPr>
        </p:nvSpPr>
        <p:spPr>
          <a:xfrm xmlns:a="http://schemas.openxmlformats.org/drawingml/2006/main">
            <a:off x="3581400" y="383857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011627"/>
                </a:solidFill>
                <a:latin typeface="Space Grotesk"/>
                <a:ea typeface="Space Grotesk"/>
                <a:cs typeface="Space Grotesk"/>
              </a:defRPr>
            </a:pPr>
            <a:r>
              <a:rPr sz="1950" b="0">
                <a:solidFill>
                  <a:srgbClr val="011627"/>
                </a:solidFill>
                <a:latin typeface="Space Grotesk"/>
                <a:ea typeface="Space Grotesk"/>
                <a:cs typeface="Space Grotesk"/>
              </a:rPr>
              <a:t>[Unit kerja / instansi]</a:t>
            </a:r>
          </a:p>
        </p:txBody>
      </p:sp>
      <p:sp>
        <p:nvSpPr>
          <p:cNvPr id="16" name="Label materi"/>
          <p:cNvSpPr>
            <a:spLocks xmlns:a="http://schemas.openxmlformats.org/drawingml/2006/main" noGrp="1"/>
          </p:cNvSpPr>
          <p:nvPr>
            <p:ph type="body" idx="9" hasCustomPrompt="1"/>
          </p:nvPr>
        </p:nvSpPr>
        <p:spPr>
          <a:xfrm xmlns:a="http://schemas.openxmlformats.org/drawingml/2006/main">
            <a:off x="3581400" y="4591050"/>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MATERI</a:t>
            </a:r>
          </a:p>
        </p:txBody>
      </p:sp>
      <p:sp>
        <p:nvSpPr>
          <p:cNvPr id="17" name="Materi pembicara"/>
          <p:cNvSpPr>
            <a:spLocks xmlns:a="http://schemas.openxmlformats.org/drawingml/2006/main" noGrp="1"/>
          </p:cNvSpPr>
          <p:nvPr>
            <p:ph type="body" idx="10" hasCustomPrompt="1"/>
          </p:nvPr>
        </p:nvSpPr>
        <p:spPr>
          <a:xfrm xmlns:a="http://schemas.openxmlformats.org/drawingml/2006/main">
            <a:off x="3581400" y="4933950"/>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[Topik yang disampaikan]</a:t>
            </a:r>
          </a:p>
        </p:txBody>
      </p:sp>
      <p:sp>
        <p:nvSpPr>
          <p:cNvPr id="18" name="Keahlian pembicara"/>
          <p:cNvSpPr>
            <a:spLocks xmlns:a="http://schemas.openxmlformats.org/drawingml/2006/main" noGrp="1"/>
          </p:cNvSpPr>
          <p:nvPr>
            <p:ph type="body" idx="11" hasCustomPrompt="1"/>
          </p:nvPr>
        </p:nvSpPr>
        <p:spPr>
          <a:xfrm xmlns:a="http://schemas.openxmlformats.org/drawingml/2006/main">
            <a:off x="3581400" y="5476875"/>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[Keahlian / pengalaman yang relevan]</a:t>
            </a:r>
          </a:p>
        </p:txBody>
      </p:sp>
      <p:sp>
        <p:nvSpPr>
          <p:cNvPr id="19"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20"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21"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26</a:t>
            </a:fld>
          </a:p>
        </p:txBody>
      </p:sp>
    </p:spTree>
  </p:cSld>
</p:sldLayout>
</file>

<file path=ppt/slideLayouts/slideLayout28.xml><?xml version="1.0" encoding="utf-8"?>
<p:sldLayout xmlns:p="http://schemas.openxmlformats.org/presentationml/2006/main" type="cust" preserve="1" showMasterSp="1">
  <p:cSld name="27 Dua pembicara tanpa foto">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f191b7117eaf49be">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13030c60c2b84c09"/>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40"/>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41"/>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Pemisah 27-64-280"/>
          <p:cNvSpPr>
            <a:spLocks xmlns:a="http://schemas.openxmlformats.org/drawingml/2006/main" noGrp="1"/>
          </p:cNvSpPr>
          <p:nvPr/>
        </p:nvSpPr>
        <p:spPr>
          <a:xfrm xmlns:a="http://schemas.openxmlformats.org/drawingml/2006/main">
            <a:off x="609600" y="2667000"/>
            <a:ext cx="5257800" cy="0"/>
          </a:xfrm>
          <a:prstGeom xmlns:a="http://schemas.openxmlformats.org/drawingml/2006/main" prst="line">
            <a:avLst/>
          </a:prstGeom>
          <a:noFill xmlns:a="http://schemas.openxmlformats.org/drawingml/2006/main"/>
          <a:ln xmlns:a="http://schemas.openxmlformats.org/drawingml/2006/main" w="28575">
            <a:solidFill>
              <a:srgbClr val="00A550"/>
            </a:solidFill>
          </a:ln>
        </p:spPr>
      </p:sp>
      <p:sp>
        <p:nvSpPr>
          <p:cNvPr id="9" name="Pemisah 27-664-280"/>
          <p:cNvSpPr>
            <a:spLocks xmlns:a="http://schemas.openxmlformats.org/drawingml/2006/main" noGrp="1"/>
          </p:cNvSpPr>
          <p:nvPr/>
        </p:nvSpPr>
        <p:spPr>
          <a:xfrm xmlns:a="http://schemas.openxmlformats.org/drawingml/2006/main">
            <a:off x="6324600" y="2667000"/>
            <a:ext cx="5257800" cy="0"/>
          </a:xfrm>
          <a:prstGeom xmlns:a="http://schemas.openxmlformats.org/drawingml/2006/main" prst="line">
            <a:avLst/>
          </a:prstGeom>
          <a:noFill xmlns:a="http://schemas.openxmlformats.org/drawingml/2006/main"/>
          <a:ln xmlns:a="http://schemas.openxmlformats.org/drawingml/2006/main" w="28575">
            <a:solidFill>
              <a:srgbClr val="004999"/>
            </a:solidFill>
          </a:ln>
        </p:spPr>
      </p:sp>
      <p:sp>
        <p:nvSpPr>
          <p:cNvPr id="10"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Pembicara dan materi</a:t>
            </a:r>
          </a:p>
        </p:txBody>
      </p:sp>
      <p:sp>
        <p:nvSpPr>
          <p:cNvPr id="11"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PEMBICARA</a:t>
            </a:r>
          </a:p>
        </p:txBody>
      </p:sp>
      <p:sp>
        <p:nvSpPr>
          <p:cNvPr id="12"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[Nama acara / agenda]</a:t>
            </a:r>
          </a:p>
        </p:txBody>
      </p:sp>
      <p:sp>
        <p:nvSpPr>
          <p:cNvPr id="13" name="Nama pembicara 1"/>
          <p:cNvSpPr>
            <a:spLocks xmlns:a="http://schemas.openxmlformats.org/drawingml/2006/main" noGrp="1"/>
          </p:cNvSpPr>
          <p:nvPr>
            <p:ph type="body" idx="5" hasCustomPrompt="1"/>
          </p:nvPr>
        </p:nvSpPr>
        <p:spPr>
          <a:xfrm xmlns:a="http://schemas.openxmlformats.org/drawingml/2006/main">
            <a:off x="609600" y="2962275"/>
            <a:ext cx="525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011627"/>
                </a:solidFill>
                <a:latin typeface="Space Grotesk"/>
                <a:ea typeface="Space Grotesk"/>
                <a:cs typeface="Space Grotesk"/>
              </a:defRPr>
            </a:pPr>
            <a:r>
              <a:rPr sz="2550" b="1">
                <a:solidFill>
                  <a:srgbClr val="011627"/>
                </a:solidFill>
                <a:latin typeface="Space Grotesk"/>
                <a:ea typeface="Space Grotesk"/>
                <a:cs typeface="Space Grotesk"/>
              </a:rPr>
              <a:t>[Nama pembicara 1]</a:t>
            </a:r>
          </a:p>
        </p:txBody>
      </p:sp>
      <p:sp>
        <p:nvSpPr>
          <p:cNvPr id="14" name="Jabatan pembicara 1"/>
          <p:cNvSpPr>
            <a:spLocks xmlns:a="http://schemas.openxmlformats.org/drawingml/2006/main" noGrp="1"/>
          </p:cNvSpPr>
          <p:nvPr>
            <p:ph type="body" idx="6" hasCustomPrompt="1"/>
          </p:nvPr>
        </p:nvSpPr>
        <p:spPr>
          <a:xfrm xmlns:a="http://schemas.openxmlformats.org/drawingml/2006/main">
            <a:off x="609600" y="360997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04999"/>
                </a:solidFill>
                <a:latin typeface="Space Grotesk"/>
                <a:ea typeface="Space Grotesk"/>
                <a:cs typeface="Space Grotesk"/>
              </a:defRPr>
            </a:pPr>
            <a:r>
              <a:rPr sz="2100" b="0">
                <a:solidFill>
                  <a:srgbClr val="004999"/>
                </a:solidFill>
                <a:latin typeface="Space Grotesk"/>
                <a:ea typeface="Space Grotesk"/>
                <a:cs typeface="Space Grotesk"/>
              </a:rPr>
              <a:t>[Jabatan]</a:t>
            </a:r>
          </a:p>
        </p:txBody>
      </p:sp>
      <p:sp>
        <p:nvSpPr>
          <p:cNvPr id="15" name="Instansi pembicara 1"/>
          <p:cNvSpPr>
            <a:spLocks xmlns:a="http://schemas.openxmlformats.org/drawingml/2006/main" noGrp="1"/>
          </p:cNvSpPr>
          <p:nvPr>
            <p:ph type="body" idx="7" hasCustomPrompt="1"/>
          </p:nvPr>
        </p:nvSpPr>
        <p:spPr>
          <a:xfrm xmlns:a="http://schemas.openxmlformats.org/drawingml/2006/main">
            <a:off x="609600" y="406717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[Unit kerja / instansi]</a:t>
            </a:r>
          </a:p>
        </p:txBody>
      </p:sp>
      <p:sp>
        <p:nvSpPr>
          <p:cNvPr id="16" name="Label materi 1"/>
          <p:cNvSpPr>
            <a:spLocks xmlns:a="http://schemas.openxmlformats.org/drawingml/2006/main" noGrp="1"/>
          </p:cNvSpPr>
          <p:nvPr>
            <p:ph type="body" idx="8" hasCustomPrompt="1"/>
          </p:nvPr>
        </p:nvSpPr>
        <p:spPr>
          <a:xfrm xmlns:a="http://schemas.openxmlformats.org/drawingml/2006/main">
            <a:off x="609600" y="4752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MATERI</a:t>
            </a:r>
          </a:p>
        </p:txBody>
      </p:sp>
      <p:sp>
        <p:nvSpPr>
          <p:cNvPr id="17" name="Materi pembicara 1"/>
          <p:cNvSpPr>
            <a:spLocks xmlns:a="http://schemas.openxmlformats.org/drawingml/2006/main" noGrp="1"/>
          </p:cNvSpPr>
          <p:nvPr>
            <p:ph type="body" idx="9" hasCustomPrompt="1"/>
          </p:nvPr>
        </p:nvSpPr>
        <p:spPr>
          <a:xfrm xmlns:a="http://schemas.openxmlformats.org/drawingml/2006/main">
            <a:off x="609600" y="5124450"/>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11627"/>
                </a:solidFill>
                <a:latin typeface="Space Grotesk"/>
                <a:ea typeface="Space Grotesk"/>
                <a:cs typeface="Space Grotesk"/>
              </a:defRPr>
            </a:pPr>
            <a:r>
              <a:rPr sz="2100" b="0">
                <a:solidFill>
                  <a:srgbClr val="011627"/>
                </a:solidFill>
                <a:latin typeface="Space Grotesk"/>
                <a:ea typeface="Space Grotesk"/>
                <a:cs typeface="Space Grotesk"/>
              </a:rPr>
              <a:t>[Topik pembicara 1]</a:t>
            </a:r>
          </a:p>
        </p:txBody>
      </p:sp>
      <p:sp>
        <p:nvSpPr>
          <p:cNvPr id="18" name="Nama pembicara 2"/>
          <p:cNvSpPr>
            <a:spLocks xmlns:a="http://schemas.openxmlformats.org/drawingml/2006/main" noGrp="1"/>
          </p:cNvSpPr>
          <p:nvPr>
            <p:ph type="body" idx="10" hasCustomPrompt="1"/>
          </p:nvPr>
        </p:nvSpPr>
        <p:spPr>
          <a:xfrm xmlns:a="http://schemas.openxmlformats.org/drawingml/2006/main">
            <a:off x="6324600" y="2962275"/>
            <a:ext cx="525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011627"/>
                </a:solidFill>
                <a:latin typeface="Space Grotesk"/>
                <a:ea typeface="Space Grotesk"/>
                <a:cs typeface="Space Grotesk"/>
              </a:defRPr>
            </a:pPr>
            <a:r>
              <a:rPr sz="2550" b="1">
                <a:solidFill>
                  <a:srgbClr val="011627"/>
                </a:solidFill>
                <a:latin typeface="Space Grotesk"/>
                <a:ea typeface="Space Grotesk"/>
                <a:cs typeface="Space Grotesk"/>
              </a:rPr>
              <a:t>[Nama pembicara 2]</a:t>
            </a:r>
          </a:p>
        </p:txBody>
      </p:sp>
      <p:sp>
        <p:nvSpPr>
          <p:cNvPr id="19" name="Jabatan pembicara 2"/>
          <p:cNvSpPr>
            <a:spLocks xmlns:a="http://schemas.openxmlformats.org/drawingml/2006/main" noGrp="1"/>
          </p:cNvSpPr>
          <p:nvPr>
            <p:ph type="body" idx="11" hasCustomPrompt="1"/>
          </p:nvPr>
        </p:nvSpPr>
        <p:spPr>
          <a:xfrm xmlns:a="http://schemas.openxmlformats.org/drawingml/2006/main">
            <a:off x="6324600" y="360997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04999"/>
                </a:solidFill>
                <a:latin typeface="Space Grotesk"/>
                <a:ea typeface="Space Grotesk"/>
                <a:cs typeface="Space Grotesk"/>
              </a:defRPr>
            </a:pPr>
            <a:r>
              <a:rPr sz="2100" b="0">
                <a:solidFill>
                  <a:srgbClr val="004999"/>
                </a:solidFill>
                <a:latin typeface="Space Grotesk"/>
                <a:ea typeface="Space Grotesk"/>
                <a:cs typeface="Space Grotesk"/>
              </a:rPr>
              <a:t>[Jabatan]</a:t>
            </a:r>
          </a:p>
        </p:txBody>
      </p:sp>
      <p:sp>
        <p:nvSpPr>
          <p:cNvPr id="20" name="Instansi pembicara 2"/>
          <p:cNvSpPr>
            <a:spLocks xmlns:a="http://schemas.openxmlformats.org/drawingml/2006/main" noGrp="1"/>
          </p:cNvSpPr>
          <p:nvPr>
            <p:ph type="body" idx="12" hasCustomPrompt="1"/>
          </p:nvPr>
        </p:nvSpPr>
        <p:spPr>
          <a:xfrm xmlns:a="http://schemas.openxmlformats.org/drawingml/2006/main">
            <a:off x="6324600" y="406717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[Unit kerja / instansi]</a:t>
            </a:r>
          </a:p>
        </p:txBody>
      </p:sp>
      <p:sp>
        <p:nvSpPr>
          <p:cNvPr id="21" name="Label materi 2"/>
          <p:cNvSpPr>
            <a:spLocks xmlns:a="http://schemas.openxmlformats.org/drawingml/2006/main" noGrp="1"/>
          </p:cNvSpPr>
          <p:nvPr>
            <p:ph type="body" idx="13" hasCustomPrompt="1"/>
          </p:nvPr>
        </p:nvSpPr>
        <p:spPr>
          <a:xfrm xmlns:a="http://schemas.openxmlformats.org/drawingml/2006/main">
            <a:off x="6324600" y="4752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MATERI</a:t>
            </a:r>
          </a:p>
        </p:txBody>
      </p:sp>
      <p:sp>
        <p:nvSpPr>
          <p:cNvPr id="22" name="Materi pembicara 2"/>
          <p:cNvSpPr>
            <a:spLocks xmlns:a="http://schemas.openxmlformats.org/drawingml/2006/main" noGrp="1"/>
          </p:cNvSpPr>
          <p:nvPr>
            <p:ph type="body" idx="14" hasCustomPrompt="1"/>
          </p:nvPr>
        </p:nvSpPr>
        <p:spPr>
          <a:xfrm xmlns:a="http://schemas.openxmlformats.org/drawingml/2006/main">
            <a:off x="6324600" y="5124450"/>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11627"/>
                </a:solidFill>
                <a:latin typeface="Space Grotesk"/>
                <a:ea typeface="Space Grotesk"/>
                <a:cs typeface="Space Grotesk"/>
              </a:defRPr>
            </a:pPr>
            <a:r>
              <a:rPr sz="2100" b="0">
                <a:solidFill>
                  <a:srgbClr val="011627"/>
                </a:solidFill>
                <a:latin typeface="Space Grotesk"/>
                <a:ea typeface="Space Grotesk"/>
                <a:cs typeface="Space Grotesk"/>
              </a:rPr>
              <a:t>[Topik pembicara 2]</a:t>
            </a:r>
          </a:p>
        </p:txBody>
      </p:sp>
      <p:sp>
        <p:nvSpPr>
          <p:cNvPr id="23"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24"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25"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27</a:t>
            </a:fld>
          </a:p>
        </p:txBody>
      </p:sp>
    </p:spTree>
  </p:cSld>
</p:sldLayout>
</file>

<file path=ppt/slideLayouts/slideLayout29.xml><?xml version="1.0" encoding="utf-8"?>
<p:sldLayout xmlns:p="http://schemas.openxmlformats.org/presentationml/2006/main" type="cust" preserve="1" showMasterSp="1">
  <p:cSld name="28 Panel tiga pembicara">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f191b7117eaf49be">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13030c60c2b84c09"/>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40"/>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41"/>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Pemisah 28-64-597"/>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9"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Panel diskusi</a:t>
            </a:r>
          </a:p>
        </p:txBody>
      </p:sp>
      <p:sp>
        <p:nvSpPr>
          <p:cNvPr id="10"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PANEL DISKUSI</a:t>
            </a:r>
          </a:p>
        </p:txBody>
      </p:sp>
      <p:sp>
        <p:nvSpPr>
          <p:cNvPr id="11"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[Tema diskusi]</a:t>
            </a:r>
          </a:p>
        </p:txBody>
      </p:sp>
      <p:sp>
        <p:nvSpPr>
          <p:cNvPr id="12" name="Foto pembicara 1"/>
          <p:cNvSpPr>
            <a:spLocks xmlns:a="http://schemas.openxmlformats.org/drawingml/2006/main" noGrp="1"/>
          </p:cNvSpPr>
          <p:nvPr>
            <p:ph type="pic" idx="5" hasCustomPrompt="1"/>
          </p:nvPr>
        </p:nvSpPr>
        <p:spPr>
          <a:xfrm xmlns:a="http://schemas.openxmlformats.org/drawingml/2006/main">
            <a:off x="609600" y="2667000"/>
            <a:ext cx="1295400" cy="14478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3" name="Urutan pembicara 1"/>
          <p:cNvSpPr>
            <a:spLocks xmlns:a="http://schemas.openxmlformats.org/drawingml/2006/main" noGrp="1"/>
          </p:cNvSpPr>
          <p:nvPr>
            <p:ph type="body" idx="6" hasCustomPrompt="1"/>
          </p:nvPr>
        </p:nvSpPr>
        <p:spPr>
          <a:xfrm xmlns:a="http://schemas.openxmlformats.org/drawingml/2006/main">
            <a:off x="2133600" y="2781300"/>
            <a:ext cx="198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PEMBICARA 1</a:t>
            </a:r>
          </a:p>
        </p:txBody>
      </p:sp>
      <p:sp>
        <p:nvSpPr>
          <p:cNvPr id="14" name="Topik pembicara 1"/>
          <p:cNvSpPr>
            <a:spLocks xmlns:a="http://schemas.openxmlformats.org/drawingml/2006/main" noGrp="1"/>
          </p:cNvSpPr>
          <p:nvPr>
            <p:ph type="body" idx="7" hasCustomPrompt="1"/>
          </p:nvPr>
        </p:nvSpPr>
        <p:spPr>
          <a:xfrm xmlns:a="http://schemas.openxmlformats.org/drawingml/2006/main">
            <a:off x="2133600" y="3209925"/>
            <a:ext cx="1981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[Topik / bidang]</a:t>
            </a:r>
          </a:p>
        </p:txBody>
      </p:sp>
      <p:sp>
        <p:nvSpPr>
          <p:cNvPr id="15" name="Nama pembicara 1"/>
          <p:cNvSpPr>
            <a:spLocks xmlns:a="http://schemas.openxmlformats.org/drawingml/2006/main" noGrp="1"/>
          </p:cNvSpPr>
          <p:nvPr>
            <p:ph type="body" idx="8" hasCustomPrompt="1"/>
          </p:nvPr>
        </p:nvSpPr>
        <p:spPr>
          <a:xfrm xmlns:a="http://schemas.openxmlformats.org/drawingml/2006/main">
            <a:off x="609600" y="432435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11627"/>
                </a:solidFill>
                <a:latin typeface="Space Grotesk"/>
                <a:ea typeface="Space Grotesk"/>
                <a:cs typeface="Space Grotesk"/>
              </a:defRPr>
            </a:pPr>
            <a:r>
              <a:rPr sz="2100" b="1">
                <a:solidFill>
                  <a:srgbClr val="011627"/>
                </a:solidFill>
                <a:latin typeface="Space Grotesk"/>
                <a:ea typeface="Space Grotesk"/>
                <a:cs typeface="Space Grotesk"/>
              </a:rPr>
              <a:t>[Nama pembicara 1]</a:t>
            </a:r>
          </a:p>
        </p:txBody>
      </p:sp>
      <p:sp>
        <p:nvSpPr>
          <p:cNvPr id="16" name="Jabatan pembicara 1"/>
          <p:cNvSpPr>
            <a:spLocks xmlns:a="http://schemas.openxmlformats.org/drawingml/2006/main" noGrp="1"/>
          </p:cNvSpPr>
          <p:nvPr>
            <p:ph type="body" idx="9" hasCustomPrompt="1"/>
          </p:nvPr>
        </p:nvSpPr>
        <p:spPr>
          <a:xfrm xmlns:a="http://schemas.openxmlformats.org/drawingml/2006/main">
            <a:off x="609600" y="48101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a:t>
            </a:r>
          </a:p>
        </p:txBody>
      </p:sp>
      <p:sp>
        <p:nvSpPr>
          <p:cNvPr id="17" name="Instansi pembicara 1"/>
          <p:cNvSpPr>
            <a:spLocks xmlns:a="http://schemas.openxmlformats.org/drawingml/2006/main" noGrp="1"/>
          </p:cNvSpPr>
          <p:nvPr>
            <p:ph type="body" idx="10" hasCustomPrompt="1"/>
          </p:nvPr>
        </p:nvSpPr>
        <p:spPr>
          <a:xfrm xmlns:a="http://schemas.openxmlformats.org/drawingml/2006/main">
            <a:off x="609600" y="52292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[Instansi]</a:t>
            </a:r>
          </a:p>
        </p:txBody>
      </p:sp>
      <p:sp>
        <p:nvSpPr>
          <p:cNvPr id="18" name="Foto pembicara 2"/>
          <p:cNvSpPr>
            <a:spLocks xmlns:a="http://schemas.openxmlformats.org/drawingml/2006/main" noGrp="1"/>
          </p:cNvSpPr>
          <p:nvPr>
            <p:ph type="pic" idx="11" hasCustomPrompt="1"/>
          </p:nvPr>
        </p:nvSpPr>
        <p:spPr>
          <a:xfrm xmlns:a="http://schemas.openxmlformats.org/drawingml/2006/main">
            <a:off x="4343400" y="2667000"/>
            <a:ext cx="1295400" cy="14478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9" name="Urutan pembicara 2"/>
          <p:cNvSpPr>
            <a:spLocks xmlns:a="http://schemas.openxmlformats.org/drawingml/2006/main" noGrp="1"/>
          </p:cNvSpPr>
          <p:nvPr>
            <p:ph type="body" idx="12" hasCustomPrompt="1"/>
          </p:nvPr>
        </p:nvSpPr>
        <p:spPr>
          <a:xfrm xmlns:a="http://schemas.openxmlformats.org/drawingml/2006/main">
            <a:off x="5867400" y="2781300"/>
            <a:ext cx="198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PEMBICARA 2</a:t>
            </a:r>
          </a:p>
        </p:txBody>
      </p:sp>
      <p:sp>
        <p:nvSpPr>
          <p:cNvPr id="20" name="Topik pembicara 2"/>
          <p:cNvSpPr>
            <a:spLocks xmlns:a="http://schemas.openxmlformats.org/drawingml/2006/main" noGrp="1"/>
          </p:cNvSpPr>
          <p:nvPr>
            <p:ph type="body" idx="13" hasCustomPrompt="1"/>
          </p:nvPr>
        </p:nvSpPr>
        <p:spPr>
          <a:xfrm xmlns:a="http://schemas.openxmlformats.org/drawingml/2006/main">
            <a:off x="5867400" y="3209925"/>
            <a:ext cx="1981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[Topik / bidang]</a:t>
            </a:r>
          </a:p>
        </p:txBody>
      </p:sp>
      <p:sp>
        <p:nvSpPr>
          <p:cNvPr id="21" name="Nama pembicara 2"/>
          <p:cNvSpPr>
            <a:spLocks xmlns:a="http://schemas.openxmlformats.org/drawingml/2006/main" noGrp="1"/>
          </p:cNvSpPr>
          <p:nvPr>
            <p:ph type="body" idx="14" hasCustomPrompt="1"/>
          </p:nvPr>
        </p:nvSpPr>
        <p:spPr>
          <a:xfrm xmlns:a="http://schemas.openxmlformats.org/drawingml/2006/main">
            <a:off x="4343400" y="432435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11627"/>
                </a:solidFill>
                <a:latin typeface="Space Grotesk"/>
                <a:ea typeface="Space Grotesk"/>
                <a:cs typeface="Space Grotesk"/>
              </a:defRPr>
            </a:pPr>
            <a:r>
              <a:rPr sz="2100" b="1">
                <a:solidFill>
                  <a:srgbClr val="011627"/>
                </a:solidFill>
                <a:latin typeface="Space Grotesk"/>
                <a:ea typeface="Space Grotesk"/>
                <a:cs typeface="Space Grotesk"/>
              </a:rPr>
              <a:t>[Nama pembicara 2]</a:t>
            </a:r>
          </a:p>
        </p:txBody>
      </p:sp>
      <p:sp>
        <p:nvSpPr>
          <p:cNvPr id="22" name="Jabatan pembicara 2"/>
          <p:cNvSpPr>
            <a:spLocks xmlns:a="http://schemas.openxmlformats.org/drawingml/2006/main" noGrp="1"/>
          </p:cNvSpPr>
          <p:nvPr>
            <p:ph type="body" idx="15" hasCustomPrompt="1"/>
          </p:nvPr>
        </p:nvSpPr>
        <p:spPr>
          <a:xfrm xmlns:a="http://schemas.openxmlformats.org/drawingml/2006/main">
            <a:off x="4343400" y="48101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a:t>
            </a:r>
          </a:p>
        </p:txBody>
      </p:sp>
      <p:sp>
        <p:nvSpPr>
          <p:cNvPr id="23" name="Instansi pembicara 2"/>
          <p:cNvSpPr>
            <a:spLocks xmlns:a="http://schemas.openxmlformats.org/drawingml/2006/main" noGrp="1"/>
          </p:cNvSpPr>
          <p:nvPr>
            <p:ph type="body" idx="16" hasCustomPrompt="1"/>
          </p:nvPr>
        </p:nvSpPr>
        <p:spPr>
          <a:xfrm xmlns:a="http://schemas.openxmlformats.org/drawingml/2006/main">
            <a:off x="4343400" y="52292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[Instansi]</a:t>
            </a:r>
          </a:p>
        </p:txBody>
      </p:sp>
      <p:sp>
        <p:nvSpPr>
          <p:cNvPr id="24" name="Foto pembicara 3"/>
          <p:cNvSpPr>
            <a:spLocks xmlns:a="http://schemas.openxmlformats.org/drawingml/2006/main" noGrp="1"/>
          </p:cNvSpPr>
          <p:nvPr>
            <p:ph type="pic" idx="17" hasCustomPrompt="1"/>
          </p:nvPr>
        </p:nvSpPr>
        <p:spPr>
          <a:xfrm xmlns:a="http://schemas.openxmlformats.org/drawingml/2006/main">
            <a:off x="8077200" y="2667000"/>
            <a:ext cx="1295400" cy="14478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25" name="Urutan pembicara 3"/>
          <p:cNvSpPr>
            <a:spLocks xmlns:a="http://schemas.openxmlformats.org/drawingml/2006/main" noGrp="1"/>
          </p:cNvSpPr>
          <p:nvPr>
            <p:ph type="body" idx="18" hasCustomPrompt="1"/>
          </p:nvPr>
        </p:nvSpPr>
        <p:spPr>
          <a:xfrm xmlns:a="http://schemas.openxmlformats.org/drawingml/2006/main">
            <a:off x="9601200" y="2781300"/>
            <a:ext cx="198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PEMBICARA 3</a:t>
            </a:r>
          </a:p>
        </p:txBody>
      </p:sp>
      <p:sp>
        <p:nvSpPr>
          <p:cNvPr id="26" name="Topik pembicara 3"/>
          <p:cNvSpPr>
            <a:spLocks xmlns:a="http://schemas.openxmlformats.org/drawingml/2006/main" noGrp="1"/>
          </p:cNvSpPr>
          <p:nvPr>
            <p:ph type="body" idx="19" hasCustomPrompt="1"/>
          </p:nvPr>
        </p:nvSpPr>
        <p:spPr>
          <a:xfrm xmlns:a="http://schemas.openxmlformats.org/drawingml/2006/main">
            <a:off x="9601200" y="3209925"/>
            <a:ext cx="1981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[Topik / bidang]</a:t>
            </a:r>
          </a:p>
        </p:txBody>
      </p:sp>
      <p:sp>
        <p:nvSpPr>
          <p:cNvPr id="27" name="Nama pembicara 3"/>
          <p:cNvSpPr>
            <a:spLocks xmlns:a="http://schemas.openxmlformats.org/drawingml/2006/main" noGrp="1"/>
          </p:cNvSpPr>
          <p:nvPr>
            <p:ph type="body" idx="20" hasCustomPrompt="1"/>
          </p:nvPr>
        </p:nvSpPr>
        <p:spPr>
          <a:xfrm xmlns:a="http://schemas.openxmlformats.org/drawingml/2006/main">
            <a:off x="8077200" y="432435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11627"/>
                </a:solidFill>
                <a:latin typeface="Space Grotesk"/>
                <a:ea typeface="Space Grotesk"/>
                <a:cs typeface="Space Grotesk"/>
              </a:defRPr>
            </a:pPr>
            <a:r>
              <a:rPr sz="2100" b="1">
                <a:solidFill>
                  <a:srgbClr val="011627"/>
                </a:solidFill>
                <a:latin typeface="Space Grotesk"/>
                <a:ea typeface="Space Grotesk"/>
                <a:cs typeface="Space Grotesk"/>
              </a:rPr>
              <a:t>[Nama pembicara 3]</a:t>
            </a:r>
          </a:p>
        </p:txBody>
      </p:sp>
      <p:sp>
        <p:nvSpPr>
          <p:cNvPr id="28" name="Jabatan pembicara 3"/>
          <p:cNvSpPr>
            <a:spLocks xmlns:a="http://schemas.openxmlformats.org/drawingml/2006/main" noGrp="1"/>
          </p:cNvSpPr>
          <p:nvPr>
            <p:ph type="body" idx="21" hasCustomPrompt="1"/>
          </p:nvPr>
        </p:nvSpPr>
        <p:spPr>
          <a:xfrm xmlns:a="http://schemas.openxmlformats.org/drawingml/2006/main">
            <a:off x="8077200" y="48101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a:t>
            </a:r>
          </a:p>
        </p:txBody>
      </p:sp>
      <p:sp>
        <p:nvSpPr>
          <p:cNvPr id="29" name="Instansi pembicara 3"/>
          <p:cNvSpPr>
            <a:spLocks xmlns:a="http://schemas.openxmlformats.org/drawingml/2006/main" noGrp="1"/>
          </p:cNvSpPr>
          <p:nvPr>
            <p:ph type="body" idx="22" hasCustomPrompt="1"/>
          </p:nvPr>
        </p:nvSpPr>
        <p:spPr>
          <a:xfrm xmlns:a="http://schemas.openxmlformats.org/drawingml/2006/main">
            <a:off x="8077200" y="52292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[Instansi]</a:t>
            </a:r>
          </a:p>
        </p:txBody>
      </p:sp>
      <p:sp>
        <p:nvSpPr>
          <p:cNvPr id="30" name="Moderator"/>
          <p:cNvSpPr>
            <a:spLocks xmlns:a="http://schemas.openxmlformats.org/drawingml/2006/main" noGrp="1"/>
          </p:cNvSpPr>
          <p:nvPr>
            <p:ph type="body" idx="23" hasCustomPrompt="1"/>
          </p:nvPr>
        </p:nvSpPr>
        <p:spPr>
          <a:xfrm xmlns:a="http://schemas.openxmlformats.org/drawingml/2006/main">
            <a:off x="609600" y="58293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11627"/>
                </a:solidFill>
                <a:latin typeface="Space Grotesk"/>
                <a:ea typeface="Space Grotesk"/>
                <a:cs typeface="Space Grotesk"/>
              </a:defRPr>
            </a:pPr>
            <a:r>
              <a:rPr sz="1650" b="0">
                <a:solidFill>
                  <a:srgbClr val="011627"/>
                </a:solidFill>
                <a:latin typeface="Space Grotesk"/>
                <a:ea typeface="Space Grotesk"/>
                <a:cs typeface="Space Grotesk"/>
              </a:rPr>
              <a:t>Moderator: [Nama lengkap]   [Jabatan / instansi]</a:t>
            </a:r>
          </a:p>
        </p:txBody>
      </p:sp>
      <p:sp>
        <p:nvSpPr>
          <p:cNvPr id="31"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32"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33"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28</a:t>
            </a:fld>
          </a:p>
        </p:txBody>
      </p:sp>
    </p:spTree>
  </p:cSld>
</p:sldLayout>
</file>

<file path=ppt/slideLayouts/slideLayout30.xml><?xml version="1.0" encoding="utf-8"?>
<p:sldLayout xmlns:p="http://schemas.openxmlformats.org/presentationml/2006/main" type="cust" preserve="1" showMasterSp="1">
  <p:cSld name="29 Tim penyusun enam anggota">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f191b7117eaf49be">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13030c60c2b84c09"/>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40"/>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41"/>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Pemisah 29-64-280"/>
          <p:cNvSpPr>
            <a:spLocks xmlns:a="http://schemas.openxmlformats.org/drawingml/2006/main" noGrp="1"/>
          </p:cNvSpPr>
          <p:nvPr/>
        </p:nvSpPr>
        <p:spPr>
          <a:xfrm xmlns:a="http://schemas.openxmlformats.org/drawingml/2006/main">
            <a:off x="609600" y="2667000"/>
            <a:ext cx="3505200" cy="0"/>
          </a:xfrm>
          <a:prstGeom xmlns:a="http://schemas.openxmlformats.org/drawingml/2006/main" prst="line">
            <a:avLst/>
          </a:prstGeom>
          <a:noFill xmlns:a="http://schemas.openxmlformats.org/drawingml/2006/main"/>
          <a:ln xmlns:a="http://schemas.openxmlformats.org/drawingml/2006/main" w="19050">
            <a:solidFill>
              <a:srgbClr val="00A550"/>
            </a:solidFill>
          </a:ln>
        </p:spPr>
      </p:sp>
      <p:sp>
        <p:nvSpPr>
          <p:cNvPr id="9" name="Pemisah 29-456-280"/>
          <p:cNvSpPr>
            <a:spLocks xmlns:a="http://schemas.openxmlformats.org/drawingml/2006/main" noGrp="1"/>
          </p:cNvSpPr>
          <p:nvPr/>
        </p:nvSpPr>
        <p:spPr>
          <a:xfrm xmlns:a="http://schemas.openxmlformats.org/drawingml/2006/main">
            <a:off x="4343400" y="2667000"/>
            <a:ext cx="3505200" cy="0"/>
          </a:xfrm>
          <a:prstGeom xmlns:a="http://schemas.openxmlformats.org/drawingml/2006/main" prst="line">
            <a:avLst/>
          </a:prstGeom>
          <a:noFill xmlns:a="http://schemas.openxmlformats.org/drawingml/2006/main"/>
          <a:ln xmlns:a="http://schemas.openxmlformats.org/drawingml/2006/main" w="19050">
            <a:solidFill>
              <a:srgbClr val="00A550"/>
            </a:solidFill>
          </a:ln>
        </p:spPr>
      </p:sp>
      <p:sp>
        <p:nvSpPr>
          <p:cNvPr id="10" name="Pemisah 29-848-280"/>
          <p:cNvSpPr>
            <a:spLocks xmlns:a="http://schemas.openxmlformats.org/drawingml/2006/main" noGrp="1"/>
          </p:cNvSpPr>
          <p:nvPr/>
        </p:nvSpPr>
        <p:spPr>
          <a:xfrm xmlns:a="http://schemas.openxmlformats.org/drawingml/2006/main">
            <a:off x="8077200" y="2667000"/>
            <a:ext cx="3505200" cy="0"/>
          </a:xfrm>
          <a:prstGeom xmlns:a="http://schemas.openxmlformats.org/drawingml/2006/main" prst="line">
            <a:avLst/>
          </a:prstGeom>
          <a:noFill xmlns:a="http://schemas.openxmlformats.org/drawingml/2006/main"/>
          <a:ln xmlns:a="http://schemas.openxmlformats.org/drawingml/2006/main" w="19050">
            <a:solidFill>
              <a:srgbClr val="00A550"/>
            </a:solidFill>
          </a:ln>
        </p:spPr>
      </p:sp>
      <p:sp>
        <p:nvSpPr>
          <p:cNvPr id="11" name="Pemisah 29-64-454"/>
          <p:cNvSpPr>
            <a:spLocks xmlns:a="http://schemas.openxmlformats.org/drawingml/2006/main" noGrp="1"/>
          </p:cNvSpPr>
          <p:nvPr/>
        </p:nvSpPr>
        <p:spPr>
          <a:xfrm xmlns:a="http://schemas.openxmlformats.org/drawingml/2006/main">
            <a:off x="609600" y="4324350"/>
            <a:ext cx="3505200" cy="0"/>
          </a:xfrm>
          <a:prstGeom xmlns:a="http://schemas.openxmlformats.org/drawingml/2006/main" prst="line">
            <a:avLst/>
          </a:prstGeom>
          <a:noFill xmlns:a="http://schemas.openxmlformats.org/drawingml/2006/main"/>
          <a:ln xmlns:a="http://schemas.openxmlformats.org/drawingml/2006/main" w="19050">
            <a:solidFill>
              <a:srgbClr val="004999"/>
            </a:solidFill>
          </a:ln>
        </p:spPr>
      </p:sp>
      <p:sp>
        <p:nvSpPr>
          <p:cNvPr id="12" name="Pemisah 29-456-454"/>
          <p:cNvSpPr>
            <a:spLocks xmlns:a="http://schemas.openxmlformats.org/drawingml/2006/main" noGrp="1"/>
          </p:cNvSpPr>
          <p:nvPr/>
        </p:nvSpPr>
        <p:spPr>
          <a:xfrm xmlns:a="http://schemas.openxmlformats.org/drawingml/2006/main">
            <a:off x="4343400" y="4324350"/>
            <a:ext cx="3505200" cy="0"/>
          </a:xfrm>
          <a:prstGeom xmlns:a="http://schemas.openxmlformats.org/drawingml/2006/main" prst="line">
            <a:avLst/>
          </a:prstGeom>
          <a:noFill xmlns:a="http://schemas.openxmlformats.org/drawingml/2006/main"/>
          <a:ln xmlns:a="http://schemas.openxmlformats.org/drawingml/2006/main" w="19050">
            <a:solidFill>
              <a:srgbClr val="004999"/>
            </a:solidFill>
          </a:ln>
        </p:spPr>
      </p:sp>
      <p:sp>
        <p:nvSpPr>
          <p:cNvPr id="13" name="Pemisah 29-848-454"/>
          <p:cNvSpPr>
            <a:spLocks xmlns:a="http://schemas.openxmlformats.org/drawingml/2006/main" noGrp="1"/>
          </p:cNvSpPr>
          <p:nvPr/>
        </p:nvSpPr>
        <p:spPr>
          <a:xfrm xmlns:a="http://schemas.openxmlformats.org/drawingml/2006/main">
            <a:off x="8077200" y="4324350"/>
            <a:ext cx="3505200" cy="0"/>
          </a:xfrm>
          <a:prstGeom xmlns:a="http://schemas.openxmlformats.org/drawingml/2006/main" prst="line">
            <a:avLst/>
          </a:prstGeom>
          <a:noFill xmlns:a="http://schemas.openxmlformats.org/drawingml/2006/main"/>
          <a:ln xmlns:a="http://schemas.openxmlformats.org/drawingml/2006/main" w="19050">
            <a:solidFill>
              <a:srgbClr val="004999"/>
            </a:solidFill>
          </a:ln>
        </p:spPr>
      </p:sp>
      <p:sp>
        <p:nvSpPr>
          <p:cNvPr id="14"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Tim penyusun</a:t>
            </a:r>
          </a:p>
        </p:txBody>
      </p:sp>
      <p:sp>
        <p:nvSpPr>
          <p:cNvPr id="15"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TIM PENYUSUN</a:t>
            </a:r>
          </a:p>
        </p:txBody>
      </p:sp>
      <p:sp>
        <p:nvSpPr>
          <p:cNvPr id="16"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[Nama tim / unit penanggung jawab]</a:t>
            </a:r>
          </a:p>
        </p:txBody>
      </p:sp>
      <p:sp>
        <p:nvSpPr>
          <p:cNvPr id="17" name="Nama anggota 1"/>
          <p:cNvSpPr>
            <a:spLocks xmlns:a="http://schemas.openxmlformats.org/drawingml/2006/main" noGrp="1"/>
          </p:cNvSpPr>
          <p:nvPr>
            <p:ph type="body" idx="5" hasCustomPrompt="1"/>
          </p:nvPr>
        </p:nvSpPr>
        <p:spPr>
          <a:xfrm xmlns:a="http://schemas.openxmlformats.org/drawingml/2006/main">
            <a:off x="609600" y="284797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1]</a:t>
            </a:r>
          </a:p>
        </p:txBody>
      </p:sp>
      <p:sp>
        <p:nvSpPr>
          <p:cNvPr id="18" name="Jabatan anggota 1"/>
          <p:cNvSpPr>
            <a:spLocks xmlns:a="http://schemas.openxmlformats.org/drawingml/2006/main" noGrp="1"/>
          </p:cNvSpPr>
          <p:nvPr>
            <p:ph type="body" idx="6" hasCustomPrompt="1"/>
          </p:nvPr>
        </p:nvSpPr>
        <p:spPr>
          <a:xfrm xmlns:a="http://schemas.openxmlformats.org/drawingml/2006/main">
            <a:off x="609600" y="33337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19" name="Kontribusi anggota 1"/>
          <p:cNvSpPr>
            <a:spLocks xmlns:a="http://schemas.openxmlformats.org/drawingml/2006/main" noGrp="1"/>
          </p:cNvSpPr>
          <p:nvPr>
            <p:ph type="body" idx="7" hasCustomPrompt="1"/>
          </p:nvPr>
        </p:nvSpPr>
        <p:spPr>
          <a:xfrm xmlns:a="http://schemas.openxmlformats.org/drawingml/2006/main">
            <a:off x="609600" y="372427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20" name="Nama anggota 2"/>
          <p:cNvSpPr>
            <a:spLocks xmlns:a="http://schemas.openxmlformats.org/drawingml/2006/main" noGrp="1"/>
          </p:cNvSpPr>
          <p:nvPr>
            <p:ph type="body" idx="8" hasCustomPrompt="1"/>
          </p:nvPr>
        </p:nvSpPr>
        <p:spPr>
          <a:xfrm xmlns:a="http://schemas.openxmlformats.org/drawingml/2006/main">
            <a:off x="4343400" y="284797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2]</a:t>
            </a:r>
          </a:p>
        </p:txBody>
      </p:sp>
      <p:sp>
        <p:nvSpPr>
          <p:cNvPr id="21" name="Jabatan anggota 2"/>
          <p:cNvSpPr>
            <a:spLocks xmlns:a="http://schemas.openxmlformats.org/drawingml/2006/main" noGrp="1"/>
          </p:cNvSpPr>
          <p:nvPr>
            <p:ph type="body" idx="9" hasCustomPrompt="1"/>
          </p:nvPr>
        </p:nvSpPr>
        <p:spPr>
          <a:xfrm xmlns:a="http://schemas.openxmlformats.org/drawingml/2006/main">
            <a:off x="4343400" y="33337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22" name="Kontribusi anggota 2"/>
          <p:cNvSpPr>
            <a:spLocks xmlns:a="http://schemas.openxmlformats.org/drawingml/2006/main" noGrp="1"/>
          </p:cNvSpPr>
          <p:nvPr>
            <p:ph type="body" idx="10" hasCustomPrompt="1"/>
          </p:nvPr>
        </p:nvSpPr>
        <p:spPr>
          <a:xfrm xmlns:a="http://schemas.openxmlformats.org/drawingml/2006/main">
            <a:off x="4343400" y="372427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23" name="Nama anggota 3"/>
          <p:cNvSpPr>
            <a:spLocks xmlns:a="http://schemas.openxmlformats.org/drawingml/2006/main" noGrp="1"/>
          </p:cNvSpPr>
          <p:nvPr>
            <p:ph type="body" idx="11" hasCustomPrompt="1"/>
          </p:nvPr>
        </p:nvSpPr>
        <p:spPr>
          <a:xfrm xmlns:a="http://schemas.openxmlformats.org/drawingml/2006/main">
            <a:off x="8077200" y="284797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3]</a:t>
            </a:r>
          </a:p>
        </p:txBody>
      </p:sp>
      <p:sp>
        <p:nvSpPr>
          <p:cNvPr id="24" name="Jabatan anggota 3"/>
          <p:cNvSpPr>
            <a:spLocks xmlns:a="http://schemas.openxmlformats.org/drawingml/2006/main" noGrp="1"/>
          </p:cNvSpPr>
          <p:nvPr>
            <p:ph type="body" idx="12" hasCustomPrompt="1"/>
          </p:nvPr>
        </p:nvSpPr>
        <p:spPr>
          <a:xfrm xmlns:a="http://schemas.openxmlformats.org/drawingml/2006/main">
            <a:off x="8077200" y="33337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25" name="Kontribusi anggota 3"/>
          <p:cNvSpPr>
            <a:spLocks xmlns:a="http://schemas.openxmlformats.org/drawingml/2006/main" noGrp="1"/>
          </p:cNvSpPr>
          <p:nvPr>
            <p:ph type="body" idx="13" hasCustomPrompt="1"/>
          </p:nvPr>
        </p:nvSpPr>
        <p:spPr>
          <a:xfrm xmlns:a="http://schemas.openxmlformats.org/drawingml/2006/main">
            <a:off x="8077200" y="372427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26" name="Nama anggota 4"/>
          <p:cNvSpPr>
            <a:spLocks xmlns:a="http://schemas.openxmlformats.org/drawingml/2006/main" noGrp="1"/>
          </p:cNvSpPr>
          <p:nvPr>
            <p:ph type="body" idx="14" hasCustomPrompt="1"/>
          </p:nvPr>
        </p:nvSpPr>
        <p:spPr>
          <a:xfrm xmlns:a="http://schemas.openxmlformats.org/drawingml/2006/main">
            <a:off x="609600" y="450532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4]</a:t>
            </a:r>
          </a:p>
        </p:txBody>
      </p:sp>
      <p:sp>
        <p:nvSpPr>
          <p:cNvPr id="27" name="Jabatan anggota 4"/>
          <p:cNvSpPr>
            <a:spLocks xmlns:a="http://schemas.openxmlformats.org/drawingml/2006/main" noGrp="1"/>
          </p:cNvSpPr>
          <p:nvPr>
            <p:ph type="body" idx="15" hasCustomPrompt="1"/>
          </p:nvPr>
        </p:nvSpPr>
        <p:spPr>
          <a:xfrm xmlns:a="http://schemas.openxmlformats.org/drawingml/2006/main">
            <a:off x="609600" y="49911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28" name="Kontribusi anggota 4"/>
          <p:cNvSpPr>
            <a:spLocks xmlns:a="http://schemas.openxmlformats.org/drawingml/2006/main" noGrp="1"/>
          </p:cNvSpPr>
          <p:nvPr>
            <p:ph type="body" idx="16" hasCustomPrompt="1"/>
          </p:nvPr>
        </p:nvSpPr>
        <p:spPr>
          <a:xfrm xmlns:a="http://schemas.openxmlformats.org/drawingml/2006/main">
            <a:off x="609600" y="538162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29" name="Nama anggota 5"/>
          <p:cNvSpPr>
            <a:spLocks xmlns:a="http://schemas.openxmlformats.org/drawingml/2006/main" noGrp="1"/>
          </p:cNvSpPr>
          <p:nvPr>
            <p:ph type="body" idx="17" hasCustomPrompt="1"/>
          </p:nvPr>
        </p:nvSpPr>
        <p:spPr>
          <a:xfrm xmlns:a="http://schemas.openxmlformats.org/drawingml/2006/main">
            <a:off x="4343400" y="450532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5]</a:t>
            </a:r>
          </a:p>
        </p:txBody>
      </p:sp>
      <p:sp>
        <p:nvSpPr>
          <p:cNvPr id="30" name="Jabatan anggota 5"/>
          <p:cNvSpPr>
            <a:spLocks xmlns:a="http://schemas.openxmlformats.org/drawingml/2006/main" noGrp="1"/>
          </p:cNvSpPr>
          <p:nvPr>
            <p:ph type="body" idx="18" hasCustomPrompt="1"/>
          </p:nvPr>
        </p:nvSpPr>
        <p:spPr>
          <a:xfrm xmlns:a="http://schemas.openxmlformats.org/drawingml/2006/main">
            <a:off x="4343400" y="49911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31" name="Kontribusi anggota 5"/>
          <p:cNvSpPr>
            <a:spLocks xmlns:a="http://schemas.openxmlformats.org/drawingml/2006/main" noGrp="1"/>
          </p:cNvSpPr>
          <p:nvPr>
            <p:ph type="body" idx="19" hasCustomPrompt="1"/>
          </p:nvPr>
        </p:nvSpPr>
        <p:spPr>
          <a:xfrm xmlns:a="http://schemas.openxmlformats.org/drawingml/2006/main">
            <a:off x="4343400" y="538162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32" name="Nama anggota 6"/>
          <p:cNvSpPr>
            <a:spLocks xmlns:a="http://schemas.openxmlformats.org/drawingml/2006/main" noGrp="1"/>
          </p:cNvSpPr>
          <p:nvPr>
            <p:ph type="body" idx="20" hasCustomPrompt="1"/>
          </p:nvPr>
        </p:nvSpPr>
        <p:spPr>
          <a:xfrm xmlns:a="http://schemas.openxmlformats.org/drawingml/2006/main">
            <a:off x="8077200" y="450532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6]</a:t>
            </a:r>
          </a:p>
        </p:txBody>
      </p:sp>
      <p:sp>
        <p:nvSpPr>
          <p:cNvPr id="33" name="Jabatan anggota 6"/>
          <p:cNvSpPr>
            <a:spLocks xmlns:a="http://schemas.openxmlformats.org/drawingml/2006/main" noGrp="1"/>
          </p:cNvSpPr>
          <p:nvPr>
            <p:ph type="body" idx="21" hasCustomPrompt="1"/>
          </p:nvPr>
        </p:nvSpPr>
        <p:spPr>
          <a:xfrm xmlns:a="http://schemas.openxmlformats.org/drawingml/2006/main">
            <a:off x="8077200" y="49911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34" name="Kontribusi anggota 6"/>
          <p:cNvSpPr>
            <a:spLocks xmlns:a="http://schemas.openxmlformats.org/drawingml/2006/main" noGrp="1"/>
          </p:cNvSpPr>
          <p:nvPr>
            <p:ph type="body" idx="22" hasCustomPrompt="1"/>
          </p:nvPr>
        </p:nvSpPr>
        <p:spPr>
          <a:xfrm xmlns:a="http://schemas.openxmlformats.org/drawingml/2006/main">
            <a:off x="8077200" y="538162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35"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36"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37"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29</a:t>
            </a:fld>
          </a:p>
        </p:txBody>
      </p:sp>
    </p:spTree>
  </p:cSld>
</p:sldLayout>
</file>

<file path=ppt/slideLayouts/slideLayout31.xml><?xml version="1.0" encoding="utf-8"?>
<p:sldLayout xmlns:p="http://schemas.openxmlformats.org/presentationml/2006/main" type="cust" preserve="1" showMasterSp="1">
  <p:cSld name="30 Penyaji dan kontribusi tim">
    <p:bg>
      <p:bgPr>
        <a:solidFill xmlns:a="http://schemas.openxmlformats.org/drawingml/2006/main">
          <a:srgbClr val="F0F1F1"/>
        </a:solidFill>
      </p:bgPr>
    </p:bg>
    <p:spTree>
      <p:nvGrpSpPr>
        <p:cNvPr id="1" name=""/>
        <p:cNvGrpSpPr/>
        <p:nvPr/>
      </p:nvGrpSpPr>
      <p:grpSpPr>
        <a:xfrm xmlns:a="http://schemas.openxmlformats.org/drawingml/2006/main"/>
      </p:grpSpPr>
      <p:pic>
        <p:nvPicPr>
          <p:cNvPr id="2" name="" descr="Motif garis JUP asli — halaman isi"/>
          <p:cNvPicPr>
            <a:picLocks xmlns:a="http://schemas.openxmlformats.org/drawingml/2006/main" noChangeAspect="1"/>
          </p:cNvPicPr>
          <p:nvPr/>
        </p:nvPicPr>
        <p:blipFill>
          <a:blip xmlns:r="http://schemas.openxmlformats.org/officeDocument/2006/relationships" xmlns:a="http://schemas.openxmlformats.org/drawingml/2006/main" r:embed="Rf191b7117eaf49be">
            <a:alphaModFix amt="70000"/>
          </a:blip>
          <ns0:srcRect xmlns:ns0="http://schemas.openxmlformats.org/drawingml/2006/main" l="61198" t="18704" r="3594" b="18704"/>
          <a:stretch xmlns:a="http://schemas.openxmlformats.org/drawingml/2006/main"/>
        </p:blipFill>
        <p:spPr>
          <a:xfrm xmlns:a="http://schemas.openxmlformats.org/drawingml/2006/main">
            <a:off x="10287000" y="914400"/>
            <a:ext cx="1905000" cy="1905000"/>
          </a:xfrm>
          <a:prstGeom xmlns:a="http://schemas.openxmlformats.org/drawingml/2006/main" prst="rect">
            <a:avLst/>
          </a:prstGeom>
        </p:spPr>
      </p:pic>
      <p:sp>
        <p:nvSpPr>
          <p:cNvPr id="3" name="Bidang aman logo JUP"/>
          <p:cNvSpPr>
            <a:spLocks xmlns:a="http://schemas.openxmlformats.org/drawingml/2006/main" noGrp="1"/>
          </p:cNvSpPr>
          <p:nvPr/>
        </p:nvSpPr>
        <p:spPr>
          <a:xfrm xmlns:a="http://schemas.openxmlformats.org/drawingml/2006/main">
            <a:off x="9906000" y="114300"/>
            <a:ext cx="1981200" cy="76200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4" name="" descr="Aset identitas resmi JUP dari brand system yang diberikan"/>
          <p:cNvPicPr>
            <a:picLocks xmlns:a="http://schemas.openxmlformats.org/drawingml/2006/main" noChangeAspect="1"/>
          </p:cNvPicPr>
          <p:nvPr/>
        </p:nvPicPr>
        <p:blipFill>
          <a:blip xmlns:r="http://schemas.openxmlformats.org/officeDocument/2006/relationships" xmlns:a="http://schemas.openxmlformats.org/drawingml/2006/main" r:embed="R13030c60c2b84c09"/>
          <a:stretch xmlns:a="http://schemas.openxmlformats.org/drawingml/2006/main"/>
        </p:blipFill>
        <p:spPr>
          <a:xfrm xmlns:a="http://schemas.openxmlformats.org/drawingml/2006/main">
            <a:off x="10058400" y="229356"/>
            <a:ext cx="1752600" cy="591324"/>
          </a:xfrm>
          <a:prstGeom xmlns:a="http://schemas.openxmlformats.org/drawingml/2006/main" prst="rect">
            <a:avLst/>
          </a:prstGeom>
        </p:spPr>
      </p:pic>
      <p:sp>
        <p:nvSpPr>
          <p:cNvPr id="5" name="Garis pemisah 40"/>
          <p:cNvSpPr>
            <a:spLocks xmlns:a="http://schemas.openxmlformats.org/drawingml/2006/main" noGrp="1"/>
          </p:cNvSpPr>
          <p:nvPr/>
        </p:nvSpPr>
        <p:spPr>
          <a:xfrm xmlns:a="http://schemas.openxmlformats.org/drawingml/2006/main">
            <a:off x="609600" y="6238875"/>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6" name="Garis pemisah 41"/>
          <p:cNvSpPr>
            <a:spLocks xmlns:a="http://schemas.openxmlformats.org/drawingml/2006/main" noGrp="1"/>
          </p:cNvSpPr>
          <p:nvPr/>
        </p:nvSpPr>
        <p:spPr>
          <a:xfrm xmlns:a="http://schemas.openxmlformats.org/drawingml/2006/main">
            <a:off x="3429000" y="552450"/>
            <a:ext cx="5905500" cy="0"/>
          </a:xfrm>
          <a:prstGeom xmlns:a="http://schemas.openxmlformats.org/drawingml/2006/main" prst="line">
            <a:avLst/>
          </a:prstGeom>
          <a:noFill xmlns:a="http://schemas.openxmlformats.org/drawingml/2006/main"/>
          <a:ln xmlns:a="http://schemas.openxmlformats.org/drawingml/2006/main" w="11906">
            <a:solidFill>
              <a:srgbClr val="00A550"/>
            </a:solidFill>
          </a:ln>
        </p:spPr>
      </p:sp>
      <p:sp>
        <p:nvSpPr>
          <p:cNvPr id="7" name="Titik akhir garis JUP"/>
          <p:cNvSpPr>
            <a:spLocks xmlns:a="http://schemas.openxmlformats.org/drawingml/2006/main" noGrp="1"/>
          </p:cNvSpPr>
          <p:nvPr/>
        </p:nvSpPr>
        <p:spPr>
          <a:xfrm xmlns:a="http://schemas.openxmlformats.org/drawingml/2006/main">
            <a:off x="9296400" y="514350"/>
            <a:ext cx="76200" cy="76200"/>
          </a:xfrm>
          <a:prstGeom xmlns:a="http://schemas.openxmlformats.org/drawingml/2006/main" prst="ellipse">
            <a:avLst/>
          </a:prstGeom>
          <a:solidFill xmlns:a="http://schemas.openxmlformats.org/drawingml/2006/main">
            <a:srgbClr val="00A55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 name="Pemisah 30-64-332"/>
          <p:cNvSpPr>
            <a:spLocks xmlns:a="http://schemas.openxmlformats.org/drawingml/2006/main" noGrp="1"/>
          </p:cNvSpPr>
          <p:nvPr/>
        </p:nvSpPr>
        <p:spPr>
          <a:xfrm xmlns:a="http://schemas.openxmlformats.org/drawingml/2006/main">
            <a:off x="609600" y="316230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9" name="Pemisah 30-64-390"/>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0" name="Pemisah 30-64-448"/>
          <p:cNvSpPr>
            <a:spLocks xmlns:a="http://schemas.openxmlformats.org/drawingml/2006/main" noGrp="1"/>
          </p:cNvSpPr>
          <p:nvPr/>
        </p:nvSpPr>
        <p:spPr>
          <a:xfrm xmlns:a="http://schemas.openxmlformats.org/drawingml/2006/main">
            <a:off x="609600" y="426720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1" name="Pemisah 30-64-506"/>
          <p:cNvSpPr>
            <a:spLocks xmlns:a="http://schemas.openxmlformats.org/drawingml/2006/main" noGrp="1"/>
          </p:cNvSpPr>
          <p:nvPr/>
        </p:nvSpPr>
        <p:spPr>
          <a:xfrm xmlns:a="http://schemas.openxmlformats.org/drawingml/2006/main">
            <a:off x="609600" y="481965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2" name="Pemisah 30-64-564"/>
          <p:cNvSpPr>
            <a:spLocks xmlns:a="http://schemas.openxmlformats.org/drawingml/2006/main" noGrp="1"/>
          </p:cNvSpPr>
          <p:nvPr/>
        </p:nvSpPr>
        <p:spPr>
          <a:xfrm xmlns:a="http://schemas.openxmlformats.org/drawingml/2006/main">
            <a:off x="609600" y="5372100"/>
            <a:ext cx="10972800" cy="0"/>
          </a:xfrm>
          <a:prstGeom xmlns:a="http://schemas.openxmlformats.org/drawingml/2006/main" prst="line">
            <a:avLst/>
          </a:prstGeom>
          <a:noFill xmlns:a="http://schemas.openxmlformats.org/drawingml/2006/main"/>
          <a:ln xmlns:a="http://schemas.openxmlformats.org/drawingml/2006/main" w="9525">
            <a:solidFill>
              <a:srgbClr val="CED4DA"/>
            </a:solidFill>
          </a:ln>
        </p:spPr>
      </p:sp>
      <p:sp>
        <p:nvSpPr>
          <p:cNvPr id="13"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Penyaji dan tim penyusun</a:t>
            </a:r>
          </a:p>
        </p:txBody>
      </p:sp>
      <p:sp>
        <p:nvSpPr>
          <p:cNvPr id="14" name="Bagian"/>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PENYUSUNAN MATERI</a:t>
            </a:r>
          </a:p>
        </p:txBody>
      </p:sp>
      <p:sp>
        <p:nvSpPr>
          <p:cNvPr id="15"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[Judul presentasi / nama kegiatan]</a:t>
            </a:r>
          </a:p>
        </p:txBody>
      </p:sp>
      <p:sp>
        <p:nvSpPr>
          <p:cNvPr id="16" name="Peran 1"/>
          <p:cNvSpPr>
            <a:spLocks xmlns:a="http://schemas.openxmlformats.org/drawingml/2006/main" noGrp="1"/>
          </p:cNvSpPr>
          <p:nvPr>
            <p:ph type="body" idx="5" hasCustomPrompt="1"/>
          </p:nvPr>
        </p:nvSpPr>
        <p:spPr>
          <a:xfrm xmlns:a="http://schemas.openxmlformats.org/drawingml/2006/main">
            <a:off x="609600" y="27241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Penyaji</a:t>
            </a:r>
          </a:p>
        </p:txBody>
      </p:sp>
      <p:sp>
        <p:nvSpPr>
          <p:cNvPr id="17" name="Nama untuk peran 1"/>
          <p:cNvSpPr>
            <a:spLocks xmlns:a="http://schemas.openxmlformats.org/drawingml/2006/main" noGrp="1"/>
          </p:cNvSpPr>
          <p:nvPr>
            <p:ph type="body" idx="6" hasCustomPrompt="1"/>
          </p:nvPr>
        </p:nvSpPr>
        <p:spPr>
          <a:xfrm xmlns:a="http://schemas.openxmlformats.org/drawingml/2006/main">
            <a:off x="4057650" y="272415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penyaji]</a:t>
            </a:r>
          </a:p>
        </p:txBody>
      </p:sp>
      <p:sp>
        <p:nvSpPr>
          <p:cNvPr id="18" name="Unit untuk peran 1"/>
          <p:cNvSpPr>
            <a:spLocks xmlns:a="http://schemas.openxmlformats.org/drawingml/2006/main" noGrp="1"/>
          </p:cNvSpPr>
          <p:nvPr>
            <p:ph type="body" idx="7" hasCustomPrompt="1"/>
          </p:nvPr>
        </p:nvSpPr>
        <p:spPr>
          <a:xfrm xmlns:a="http://schemas.openxmlformats.org/drawingml/2006/main">
            <a:off x="8724900" y="27241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[Jabatan / instansi]</a:t>
            </a:r>
          </a:p>
        </p:txBody>
      </p:sp>
      <p:sp>
        <p:nvSpPr>
          <p:cNvPr id="19" name="Peran 2"/>
          <p:cNvSpPr>
            <a:spLocks xmlns:a="http://schemas.openxmlformats.org/drawingml/2006/main" noGrp="1"/>
          </p:cNvSpPr>
          <p:nvPr>
            <p:ph type="body" idx="8" hasCustomPrompt="1"/>
          </p:nvPr>
        </p:nvSpPr>
        <p:spPr>
          <a:xfrm xmlns:a="http://schemas.openxmlformats.org/drawingml/2006/main">
            <a:off x="609600" y="32766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Koordinator penyusunan</a:t>
            </a:r>
          </a:p>
        </p:txBody>
      </p:sp>
      <p:sp>
        <p:nvSpPr>
          <p:cNvPr id="20" name="Nama untuk peran 2"/>
          <p:cNvSpPr>
            <a:spLocks xmlns:a="http://schemas.openxmlformats.org/drawingml/2006/main" noGrp="1"/>
          </p:cNvSpPr>
          <p:nvPr>
            <p:ph type="body" idx="9" hasCustomPrompt="1"/>
          </p:nvPr>
        </p:nvSpPr>
        <p:spPr>
          <a:xfrm xmlns:a="http://schemas.openxmlformats.org/drawingml/2006/main">
            <a:off x="4057650" y="32766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koordinator]</a:t>
            </a:r>
          </a:p>
        </p:txBody>
      </p:sp>
      <p:sp>
        <p:nvSpPr>
          <p:cNvPr id="21" name="Unit untuk peran 2"/>
          <p:cNvSpPr>
            <a:spLocks xmlns:a="http://schemas.openxmlformats.org/drawingml/2006/main" noGrp="1"/>
          </p:cNvSpPr>
          <p:nvPr>
            <p:ph type="body" idx="10" hasCustomPrompt="1"/>
          </p:nvPr>
        </p:nvSpPr>
        <p:spPr>
          <a:xfrm xmlns:a="http://schemas.openxmlformats.org/drawingml/2006/main">
            <a:off x="8724900" y="3276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[Unit kerja]</a:t>
            </a:r>
          </a:p>
        </p:txBody>
      </p:sp>
      <p:sp>
        <p:nvSpPr>
          <p:cNvPr id="22" name="Peran 3"/>
          <p:cNvSpPr>
            <a:spLocks xmlns:a="http://schemas.openxmlformats.org/drawingml/2006/main" noGrp="1"/>
          </p:cNvSpPr>
          <p:nvPr>
            <p:ph type="body" idx="11" hasCustomPrompt="1"/>
          </p:nvPr>
        </p:nvSpPr>
        <p:spPr>
          <a:xfrm xmlns:a="http://schemas.openxmlformats.org/drawingml/2006/main">
            <a:off x="609600" y="38290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Penyusun materi</a:t>
            </a:r>
          </a:p>
        </p:txBody>
      </p:sp>
      <p:sp>
        <p:nvSpPr>
          <p:cNvPr id="23" name="Nama untuk peran 3"/>
          <p:cNvSpPr>
            <a:spLocks xmlns:a="http://schemas.openxmlformats.org/drawingml/2006/main" noGrp="1"/>
          </p:cNvSpPr>
          <p:nvPr>
            <p:ph type="body" idx="12" hasCustomPrompt="1"/>
          </p:nvPr>
        </p:nvSpPr>
        <p:spPr>
          <a:xfrm xmlns:a="http://schemas.openxmlformats.org/drawingml/2006/main">
            <a:off x="4057650" y="382905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anggota / tim]</a:t>
            </a:r>
          </a:p>
        </p:txBody>
      </p:sp>
      <p:sp>
        <p:nvSpPr>
          <p:cNvPr id="24" name="Unit untuk peran 3"/>
          <p:cNvSpPr>
            <a:spLocks xmlns:a="http://schemas.openxmlformats.org/drawingml/2006/main" noGrp="1"/>
          </p:cNvSpPr>
          <p:nvPr>
            <p:ph type="body" idx="13" hasCustomPrompt="1"/>
          </p:nvPr>
        </p:nvSpPr>
        <p:spPr>
          <a:xfrm xmlns:a="http://schemas.openxmlformats.org/drawingml/2006/main">
            <a:off x="8724900" y="38290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[Unit kerja]</a:t>
            </a:r>
          </a:p>
        </p:txBody>
      </p:sp>
      <p:sp>
        <p:nvSpPr>
          <p:cNvPr id="25" name="Peran 4"/>
          <p:cNvSpPr>
            <a:spLocks xmlns:a="http://schemas.openxmlformats.org/drawingml/2006/main" noGrp="1"/>
          </p:cNvSpPr>
          <p:nvPr>
            <p:ph type="body" idx="14" hasCustomPrompt="1"/>
          </p:nvPr>
        </p:nvSpPr>
        <p:spPr>
          <a:xfrm xmlns:a="http://schemas.openxmlformats.org/drawingml/2006/main">
            <a:off x="609600" y="43815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Kontributor data</a:t>
            </a:r>
          </a:p>
        </p:txBody>
      </p:sp>
      <p:sp>
        <p:nvSpPr>
          <p:cNvPr id="26" name="Nama untuk peran 4"/>
          <p:cNvSpPr>
            <a:spLocks xmlns:a="http://schemas.openxmlformats.org/drawingml/2006/main" noGrp="1"/>
          </p:cNvSpPr>
          <p:nvPr>
            <p:ph type="body" idx="15" hasCustomPrompt="1"/>
          </p:nvPr>
        </p:nvSpPr>
        <p:spPr>
          <a:xfrm xmlns:a="http://schemas.openxmlformats.org/drawingml/2006/main">
            <a:off x="4057650" y="43815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anggota / tim]</a:t>
            </a:r>
          </a:p>
        </p:txBody>
      </p:sp>
      <p:sp>
        <p:nvSpPr>
          <p:cNvPr id="27" name="Unit untuk peran 4"/>
          <p:cNvSpPr>
            <a:spLocks xmlns:a="http://schemas.openxmlformats.org/drawingml/2006/main" noGrp="1"/>
          </p:cNvSpPr>
          <p:nvPr>
            <p:ph type="body" idx="16" hasCustomPrompt="1"/>
          </p:nvPr>
        </p:nvSpPr>
        <p:spPr>
          <a:xfrm xmlns:a="http://schemas.openxmlformats.org/drawingml/2006/main">
            <a:off x="8724900" y="43815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[Unit kerja]</a:t>
            </a:r>
          </a:p>
        </p:txBody>
      </p:sp>
      <p:sp>
        <p:nvSpPr>
          <p:cNvPr id="28" name="Peran 5"/>
          <p:cNvSpPr>
            <a:spLocks xmlns:a="http://schemas.openxmlformats.org/drawingml/2006/main" noGrp="1"/>
          </p:cNvSpPr>
          <p:nvPr>
            <p:ph type="body" idx="17" hasCustomPrompt="1"/>
          </p:nvPr>
        </p:nvSpPr>
        <p:spPr>
          <a:xfrm xmlns:a="http://schemas.openxmlformats.org/drawingml/2006/main">
            <a:off x="609600" y="49339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Penelaah materi</a:t>
            </a:r>
          </a:p>
        </p:txBody>
      </p:sp>
      <p:sp>
        <p:nvSpPr>
          <p:cNvPr id="29" name="Nama untuk peran 5"/>
          <p:cNvSpPr>
            <a:spLocks xmlns:a="http://schemas.openxmlformats.org/drawingml/2006/main" noGrp="1"/>
          </p:cNvSpPr>
          <p:nvPr>
            <p:ph type="body" idx="18" hasCustomPrompt="1"/>
          </p:nvPr>
        </p:nvSpPr>
        <p:spPr>
          <a:xfrm xmlns:a="http://schemas.openxmlformats.org/drawingml/2006/main">
            <a:off x="4057650" y="493395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penelaah, bila ada]</a:t>
            </a:r>
          </a:p>
        </p:txBody>
      </p:sp>
      <p:sp>
        <p:nvSpPr>
          <p:cNvPr id="30" name="Unit untuk peran 5"/>
          <p:cNvSpPr>
            <a:spLocks xmlns:a="http://schemas.openxmlformats.org/drawingml/2006/main" noGrp="1"/>
          </p:cNvSpPr>
          <p:nvPr>
            <p:ph type="body" idx="19" hasCustomPrompt="1"/>
          </p:nvPr>
        </p:nvSpPr>
        <p:spPr>
          <a:xfrm xmlns:a="http://schemas.openxmlformats.org/drawingml/2006/main">
            <a:off x="8724900" y="49339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[Jabatan / unit]</a:t>
            </a:r>
          </a:p>
        </p:txBody>
      </p:sp>
      <p:sp>
        <p:nvSpPr>
          <p:cNvPr id="31" name="Kontak koordinator"/>
          <p:cNvSpPr>
            <a:spLocks xmlns:a="http://schemas.openxmlformats.org/drawingml/2006/main" noGrp="1"/>
          </p:cNvSpPr>
          <p:nvPr>
            <p:ph type="body" idx="20" hasCustomPrompt="1"/>
          </p:nvPr>
        </p:nvSpPr>
        <p:spPr>
          <a:xfrm xmlns:a="http://schemas.openxmlformats.org/drawingml/2006/main">
            <a:off x="609600" y="5734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Kontak koordinator: [Email / nomor kontak resmi]</a:t>
            </a:r>
          </a:p>
        </p:txBody>
      </p:sp>
      <p:sp>
        <p:nvSpPr>
          <p:cNvPr id="32" name="Situs web JUP">
            <ns0:hlinkClick xmlns:ns0="http://schemas.openxmlformats.org/drawingml/2006/main" xmlns:ns1="http://schemas.openxmlformats.org/officeDocument/2006/relationships" ns1:id="rIdJupContact1"/>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33" name="Klasifikasi dokumen"/>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34" name="Nomor slide"/>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30</a:t>
            </a:fld>
          </a:p>
        </p:txBody>
      </p:sp>
    </p:spTree>
  </p:cSld>
</p:sldLayout>
</file>

<file path=ppt/slideMasters/_rels/slideMaster2.xml.rels><?xml version='1.0' encoding='UTF-8' standalone='yes'?>
<Relationships xmlns="http://schemas.openxmlformats.org/package/2006/relationships"><Relationship Type="http://schemas.openxmlformats.org/officeDocument/2006/relationships/theme" Target="/ppt/slideMasters/theme/theme3.xml" Id="R50421e974afd4f6a"/><Relationship Type="http://schemas.openxmlformats.org/officeDocument/2006/relationships/slideLayout" Target="/ppt/slideLayouts/slideLayout2.xml" Id="R4a54351ca4d64573"/><Relationship Type="http://schemas.openxmlformats.org/officeDocument/2006/relationships/slideLayout" Target="/ppt/slideLayouts/slideLayout4.xml" Id="R2e4078e2334f4b49"/><Relationship Type="http://schemas.openxmlformats.org/officeDocument/2006/relationships/slideLayout" Target="/ppt/slideLayouts/slideLayout5.xml" Id="Rcbda40e535f146db"/><Relationship Type="http://schemas.openxmlformats.org/officeDocument/2006/relationships/slideLayout" Target="/ppt/slideLayouts/slideLayout7.xml" Id="Rd6d73064c6714e2c"/><Relationship Type="http://schemas.openxmlformats.org/officeDocument/2006/relationships/slideLayout" Target="/ppt/slideLayouts/slideLayout8.xml" Id="Rd749f28a99314a81"/><Relationship Type="http://schemas.openxmlformats.org/officeDocument/2006/relationships/slideLayout" Target="/ppt/slideLayouts/slideLayout9.xml" Id="R2a59652969a04a6b"/><Relationship Type="http://schemas.openxmlformats.org/officeDocument/2006/relationships/slideLayout" Target="/ppt/slideLayouts/slideLayout10.xml" Id="R21452b7a3e91441e"/><Relationship Type="http://schemas.openxmlformats.org/officeDocument/2006/relationships/slideLayout" Target="/ppt/slideLayouts/slideLayout11.xml" Id="R98198d6aee12444b"/><Relationship Type="http://schemas.openxmlformats.org/officeDocument/2006/relationships/slideLayout" Target="/ppt/slideLayouts/slideLayout12.xml" Id="R353f959c84f74f1e"/><Relationship Type="http://schemas.openxmlformats.org/officeDocument/2006/relationships/slideLayout" Target="/ppt/slideLayouts/slideLayout13.xml" Id="R37989171c8d54a34"/><Relationship Type="http://schemas.openxmlformats.org/officeDocument/2006/relationships/slideLayout" Target="/ppt/slideLayouts/slideLayout14.xml" Id="Rdd77fa7ce286454c"/><Relationship Type="http://schemas.openxmlformats.org/officeDocument/2006/relationships/slideLayout" Target="/ppt/slideLayouts/slideLayout15.xml" Id="R4f83d6c8822c4cd2"/><Relationship Type="http://schemas.openxmlformats.org/officeDocument/2006/relationships/slideLayout" Target="/ppt/slideLayouts/slideLayout16.xml" Id="Rc643b50850a745f7"/><Relationship Type="http://schemas.openxmlformats.org/officeDocument/2006/relationships/slideLayout" Target="/ppt/slideLayouts/slideLayout17.xml" Id="Rdcfc2d71f193497a"/><Relationship Type="http://schemas.openxmlformats.org/officeDocument/2006/relationships/slideLayout" Target="/ppt/slideLayouts/slideLayout18.xml" Id="Rf758cbee2584497a"/><Relationship Type="http://schemas.openxmlformats.org/officeDocument/2006/relationships/slideLayout" Target="/ppt/slideLayouts/slideLayout19.xml" Id="R277591d927b64055"/><Relationship Type="http://schemas.openxmlformats.org/officeDocument/2006/relationships/slideLayout" Target="/ppt/slideLayouts/slideLayout20.xml" Id="R63863a74fcae4e88"/><Relationship Type="http://schemas.openxmlformats.org/officeDocument/2006/relationships/slideLayout" Target="/ppt/slideLayouts/slideLayout22.xml" Id="R2da717635fa243fe"/><Relationship Type="http://schemas.openxmlformats.org/officeDocument/2006/relationships/slideLayout" Target="/ppt/slideLayouts/slideLayout23.xml" Id="R9e442c88bf7842df"/><Relationship Type="http://schemas.openxmlformats.org/officeDocument/2006/relationships/slideLayout" Target="/ppt/slideLayouts/slideLayout24.xml" Id="R6055afdb58894958"/><Relationship Type="http://schemas.openxmlformats.org/officeDocument/2006/relationships/slideLayout" Target="/ppt/slideLayouts/slideLayout25.xml" Id="Rb8741c7b6b1a4b81"/><Relationship Id="rIdSpeakerTeam26" Type="http://schemas.openxmlformats.org/officeDocument/2006/relationships/slideLayout" Target="../slideLayouts/slideLayout27.xml"/><Relationship Id="rIdSpeakerTeam27" Type="http://schemas.openxmlformats.org/officeDocument/2006/relationships/slideLayout" Target="../slideLayouts/slideLayout28.xml"/><Relationship Id="rIdSpeakerTeam28" Type="http://schemas.openxmlformats.org/officeDocument/2006/relationships/slideLayout" Target="../slideLayouts/slideLayout29.xml"/><Relationship Id="rIdSpeakerTeam29" Type="http://schemas.openxmlformats.org/officeDocument/2006/relationships/slideLayout" Target="../slideLayouts/slideLayout30.xml"/><Relationship Id="rIdSpeakerTeam30"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Type="http://schemas.openxmlformats.org/officeDocument/2006/relationships/theme" Target="/ppt/slideMasters/theme/theme4.xml" Id="Rf10d0453ef48451f"/><Relationship Type="http://schemas.openxmlformats.org/officeDocument/2006/relationships/slideLayout" Target="/ppt/slideLayouts/slideLayout3.xml" Id="R5547ca64a1cb4af8"/><Relationship Type="http://schemas.openxmlformats.org/officeDocument/2006/relationships/slideLayout" Target="/ppt/slideLayouts/slideLayout6.xml" Id="Ra6db0ec431ec4514"/><Relationship Type="http://schemas.openxmlformats.org/officeDocument/2006/relationships/slideLayout" Target="/ppt/slideLayouts/slideLayout21.xml" Id="Re7b07bedcd664d05"/><Relationship Id="rIdSpeakerTeam25" Type="http://schemas.openxmlformats.org/officeDocument/2006/relationships/slideLayout" Target="../slideLayouts/slideLayout26.xml"/></Relationships>
</file>

<file path=ppt/slideMasters/slideMaster2.xml><?xml version="1.0" encoding="utf-8"?>
<p:sldMaster xmlns:p="http://schemas.openxmlformats.org/presentationml/2006/main">
  <p:cSld name="JUP – Terang">
    <p:bg>
      <p:bgPr>
        <a:solidFill xmlns:a="http://schemas.openxmlformats.org/drawingml/2006/main">
          <a:srgbClr val="F0F1F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4a54351ca4d64573"/>
    <p:sldLayoutId xmlns:r="http://schemas.openxmlformats.org/officeDocument/2006/relationships" id="2147483652" r:id="R2e4078e2334f4b49"/>
    <p:sldLayoutId xmlns:r="http://schemas.openxmlformats.org/officeDocument/2006/relationships" id="2147483653" r:id="Rcbda40e535f146db"/>
    <p:sldLayoutId xmlns:r="http://schemas.openxmlformats.org/officeDocument/2006/relationships" id="2147483654" r:id="Rd6d73064c6714e2c"/>
    <p:sldLayoutId xmlns:r="http://schemas.openxmlformats.org/officeDocument/2006/relationships" id="2147483655" r:id="Rd749f28a99314a81"/>
    <p:sldLayoutId xmlns:r="http://schemas.openxmlformats.org/officeDocument/2006/relationships" id="2147483656" r:id="R2a59652969a04a6b"/>
    <p:sldLayoutId xmlns:r="http://schemas.openxmlformats.org/officeDocument/2006/relationships" id="2147483657" r:id="R21452b7a3e91441e"/>
    <p:sldLayoutId xmlns:r="http://schemas.openxmlformats.org/officeDocument/2006/relationships" id="2147483658" r:id="R98198d6aee12444b"/>
    <p:sldLayoutId xmlns:r="http://schemas.openxmlformats.org/officeDocument/2006/relationships" id="2147483659" r:id="R353f959c84f74f1e"/>
    <p:sldLayoutId xmlns:r="http://schemas.openxmlformats.org/officeDocument/2006/relationships" id="2147483660" r:id="R37989171c8d54a34"/>
    <p:sldLayoutId xmlns:r="http://schemas.openxmlformats.org/officeDocument/2006/relationships" id="2147483661" r:id="Rdd77fa7ce286454c"/>
    <p:sldLayoutId xmlns:r="http://schemas.openxmlformats.org/officeDocument/2006/relationships" id="2147483662" r:id="R4f83d6c8822c4cd2"/>
    <p:sldLayoutId xmlns:r="http://schemas.openxmlformats.org/officeDocument/2006/relationships" id="2147483663" r:id="Rc643b50850a745f7"/>
    <p:sldLayoutId xmlns:r="http://schemas.openxmlformats.org/officeDocument/2006/relationships" id="2147483664" r:id="Rdcfc2d71f193497a"/>
    <p:sldLayoutId xmlns:r="http://schemas.openxmlformats.org/officeDocument/2006/relationships" id="2147483665" r:id="Rf758cbee2584497a"/>
    <p:sldLayoutId xmlns:r="http://schemas.openxmlformats.org/officeDocument/2006/relationships" id="2147483666" r:id="R277591d927b64055"/>
    <p:sldLayoutId xmlns:r="http://schemas.openxmlformats.org/officeDocument/2006/relationships" id="2147483667" r:id="R63863a74fcae4e88"/>
    <p:sldLayoutId xmlns:r="http://schemas.openxmlformats.org/officeDocument/2006/relationships" id="2147483668" r:id="R2da717635fa243fe"/>
    <p:sldLayoutId xmlns:r="http://schemas.openxmlformats.org/officeDocument/2006/relationships" id="2147483669" r:id="R9e442c88bf7842df"/>
    <p:sldLayoutId xmlns:r="http://schemas.openxmlformats.org/officeDocument/2006/relationships" id="2147483670" r:id="R6055afdb58894958"/>
    <p:sldLayoutId xmlns:r="http://schemas.openxmlformats.org/officeDocument/2006/relationships" id="2147483671" r:id="Rb8741c7b6b1a4b81"/>
    <p:sldLayoutId xmlns:ns0="http://schemas.openxmlformats.org/officeDocument/2006/relationships" id="2147483677" ns0:id="rIdSpeakerTeam26"/>
    <p:sldLayoutId xmlns:ns0="http://schemas.openxmlformats.org/officeDocument/2006/relationships" id="2147483678" ns0:id="rIdSpeakerTeam27"/>
    <p:sldLayoutId xmlns:ns0="http://schemas.openxmlformats.org/officeDocument/2006/relationships" id="2147483679" ns0:id="rIdSpeakerTeam28"/>
    <p:sldLayoutId xmlns:ns0="http://schemas.openxmlformats.org/officeDocument/2006/relationships" id="2147483680" ns0:id="rIdSpeakerTeam29"/>
    <p:sldLayoutId xmlns:ns0="http://schemas.openxmlformats.org/officeDocument/2006/relationships" id="2147483681" ns0:id="rIdSpeakerTeam30"/>
  </p:sldLayoutIdLst>
  <p:hf sldNum="1" ftr="1" dt="0" hdr="0"/>
</p:sldMaster>
</file>

<file path=ppt/slideMasters/slideMaster3.xml><?xml version="1.0" encoding="utf-8"?>
<p:sldMaster xmlns:p="http://schemas.openxmlformats.org/presentationml/2006/main">
  <p:cSld name="JUP – Gelap">
    <p:bg>
      <p:bgPr>
        <a:solidFill xmlns:a="http://schemas.openxmlformats.org/drawingml/2006/main">
          <a:srgbClr val="011627"/>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3" r:id="R5547ca64a1cb4af8"/>
    <p:sldLayoutId xmlns:r="http://schemas.openxmlformats.org/officeDocument/2006/relationships" id="2147483674" r:id="Ra6db0ec431ec4514"/>
    <p:sldLayoutId xmlns:r="http://schemas.openxmlformats.org/officeDocument/2006/relationships" id="2147483675" r:id="Re7b07bedcd664d05"/>
    <p:sldLayoutId xmlns:ns0="http://schemas.openxmlformats.org/officeDocument/2006/relationships" id="2147483676" ns0:id="rIdSpeakerTeam25"/>
  </p:sldLayoutIdLst>
  <p:hf sldNum="1" ftr="1" dt="0" hdr="0"/>
</p:sldMaster>
</file>

<file path=ppt/slideMasters/theme/theme2.xml><?xml version="1.0" encoding="utf-8"?>
<a:theme xmlns:a="http://schemas.openxmlformats.org/drawingml/2006/main" name="ChatGPT">
  <a:themeElements>
    <a:clrScheme name="JUP 2023 Enterprise">
      <a:dk1>
        <a:srgbClr val="011627"/>
      </a:dk1>
      <a:lt1>
        <a:srgbClr val="F0F1F1"/>
      </a:lt1>
      <a:dk2>
        <a:srgbClr val="004999"/>
      </a:dk2>
      <a:lt2>
        <a:srgbClr val="FFFFFF"/>
      </a:lt2>
      <a:accent1>
        <a:srgbClr val="00A550"/>
      </a:accent1>
      <a:accent2>
        <a:srgbClr val="004999"/>
      </a:accent2>
      <a:accent3>
        <a:srgbClr val="011627"/>
      </a:accent3>
      <a:accent4>
        <a:srgbClr val="35485C"/>
      </a:accent4>
      <a:accent5>
        <a:srgbClr val="8A5200"/>
      </a:accent5>
      <a:accent6>
        <a:srgbClr val="B3261E"/>
      </a:accent6>
      <a:hlink>
        <a:srgbClr val="004999"/>
      </a:hlink>
      <a:folHlink>
        <a:srgbClr val="006C34"/>
      </a:folHlink>
    </a:clrScheme>
    <a:fontScheme name="Office">
      <a:majorFont>
        <a:latin typeface="Calibri Light"/>
        <a:ea typeface="Calibri Light"/>
        <a:cs typeface="Calibri Light"/>
      </a:majorFont>
      <a:minorFont>
        <a:latin typeface="Calibri"/>
        <a:ea typeface="Calibri"/>
        <a:cs typeface="Calibri"/>
      </a:minorFont>
    </a:fontScheme>
    <a:fmtScheme name="JUP 2023 Enterpri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JUP 2023 Enterprise">
      <a:dk1>
        <a:srgbClr val="011627"/>
      </a:dk1>
      <a:lt1>
        <a:srgbClr val="F0F1F1"/>
      </a:lt1>
      <a:dk2>
        <a:srgbClr val="004999"/>
      </a:dk2>
      <a:lt2>
        <a:srgbClr val="FFFFFF"/>
      </a:lt2>
      <a:accent1>
        <a:srgbClr val="00A550"/>
      </a:accent1>
      <a:accent2>
        <a:srgbClr val="004999"/>
      </a:accent2>
      <a:accent3>
        <a:srgbClr val="011627"/>
      </a:accent3>
      <a:accent4>
        <a:srgbClr val="35485C"/>
      </a:accent4>
      <a:accent5>
        <a:srgbClr val="8A5200"/>
      </a:accent5>
      <a:accent6>
        <a:srgbClr val="B3261E"/>
      </a:accent6>
      <a:hlink>
        <a:srgbClr val="004999"/>
      </a:hlink>
      <a:folHlink>
        <a:srgbClr val="006C34"/>
      </a:folHlink>
    </a:clrScheme>
    <a:fontScheme name="Office">
      <a:majorFont>
        <a:latin typeface="Calibri Light"/>
        <a:ea typeface="Calibri Light"/>
        <a:cs typeface="Calibri Light"/>
      </a:majorFont>
      <a:minorFont>
        <a:latin typeface="Calibri"/>
        <a:ea typeface="Calibri"/>
        <a:cs typeface="Calibri"/>
      </a:minorFont>
    </a:fontScheme>
    <a:fmtScheme name="JUP 2023 Enterpri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JUP 2023 Enterprise">
      <a:dk1>
        <a:srgbClr val="011627"/>
      </a:dk1>
      <a:lt1>
        <a:srgbClr val="F0F1F1"/>
      </a:lt1>
      <a:dk2>
        <a:srgbClr val="004999"/>
      </a:dk2>
      <a:lt2>
        <a:srgbClr val="FFFFFF"/>
      </a:lt2>
      <a:accent1>
        <a:srgbClr val="00A550"/>
      </a:accent1>
      <a:accent2>
        <a:srgbClr val="004999"/>
      </a:accent2>
      <a:accent3>
        <a:srgbClr val="011627"/>
      </a:accent3>
      <a:accent4>
        <a:srgbClr val="35485C"/>
      </a:accent4>
      <a:accent5>
        <a:srgbClr val="8A5200"/>
      </a:accent5>
      <a:accent6>
        <a:srgbClr val="B3261E"/>
      </a:accent6>
      <a:hlink>
        <a:srgbClr val="004999"/>
      </a:hlink>
      <a:folHlink>
        <a:srgbClr val="006C34"/>
      </a:folHlink>
    </a:clrScheme>
    <a:fontScheme name="Office">
      <a:majorFont>
        <a:latin typeface="Calibri Light"/>
        <a:ea typeface="Calibri Light"/>
        <a:cs typeface="Calibri Light"/>
      </a:majorFont>
      <a:minorFont>
        <a:latin typeface="Calibri"/>
        <a:ea typeface="Calibri"/>
        <a:cs typeface="Calibri"/>
      </a:minorFont>
    </a:fontScheme>
    <a:fmtScheme name="JUP 2023 Enterpri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2.xml" Id="R0d79d05a14b64afb"/><Relationship Type="http://schemas.openxmlformats.org/officeDocument/2006/relationships/image" Target="/ppt/media/image.png" Id="Rdf5fd78d6c6b4333"/><Relationship Type="http://schemas.openxmlformats.org/officeDocument/2006/relationships/image" Target="/ppt/media/image2.png" Id="R5ab64fb3b5234dad"/><Relationship Type="http://schemas.openxmlformats.org/officeDocument/2006/relationships/image" Target="/ppt/media/image3.png" Id="R76b9f7f6969d4c3a"/><Relationship Type="http://schemas.openxmlformats.org/officeDocument/2006/relationships/image" Target="/ppt/media/image4.png" Id="Rb95962a670cb4632"/><Relationship Type="http://schemas.openxmlformats.org/officeDocument/2006/relationships/image" Target="/ppt/media/image5.png" Id="Rbe4fdb673dde4b8f"/><Relationship Type="http://schemas.openxmlformats.org/officeDocument/2006/relationships/image" Target="/ppt/media/image6.png" Id="R58c4e7f4f1b54229"/><Relationship Type="http://schemas.openxmlformats.org/officeDocument/2006/relationships/notesSlide" Target="/ppt/notesSlides/notesSlide1.xml" Id="R370dd119bc0449ab"/><Relationship Id="rIdJupContact1" Type="http://schemas.openxmlformats.org/officeDocument/2006/relationships/hyperlink" Target="https://www.instagram.com/jakartautilitas/" TargetMode="External"/><Relationship Id="rIdJupContact2" Type="http://schemas.openxmlformats.org/officeDocument/2006/relationships/hyperlink" Target="https://www.jup.co.id/" TargetMode="External"/></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3.xml" Id="R360fb109dd124891"/><Relationship Type="http://schemas.openxmlformats.org/officeDocument/2006/relationships/image" Target="/ppt/media/image7.png" Id="R26bee2ffc3c34d03"/><Relationship Type="http://schemas.openxmlformats.org/officeDocument/2006/relationships/image" Target="/ppt/media/image8.png" Id="R15cc5bf86050475b"/><Relationship Type="http://schemas.openxmlformats.org/officeDocument/2006/relationships/image" Target="/ppt/media/image9.png" Id="R91c59edf9e8e45d0"/><Relationship Type="http://schemas.openxmlformats.org/officeDocument/2006/relationships/image" Target="/ppt/media/image10.png" Id="R8f26842ec62d4bba"/><Relationship Type="http://schemas.openxmlformats.org/officeDocument/2006/relationships/image" Target="/ppt/media/image11.png" Id="Re33014cceebc4cf6"/><Relationship Type="http://schemas.openxmlformats.org/officeDocument/2006/relationships/notesSlide" Target="/ppt/notesSlides/notesSlide2.xml" Id="R4d03bdf225ba4f60"/><Relationship Id="rIdJupContact1" Type="http://schemas.openxmlformats.org/officeDocument/2006/relationships/hyperlink" Target="https://www.instagram.com/jakartautilitas/" TargetMode="External"/><Relationship Id="rIdJupContact2" Type="http://schemas.openxmlformats.org/officeDocument/2006/relationships/hyperlink" Target="https://www.jup.co.id/" TargetMode="External"/><Relationship Id="rIdJupDarkLogoExample" Type="http://schemas.openxmlformats.org/officeDocument/2006/relationships/image" Target="../media/jup-dark-slideLayout3.png"/></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4.xml" Id="R06680e1302ea449f"/><Relationship Type="http://schemas.openxmlformats.org/officeDocument/2006/relationships/image" Target="/ppt/media/image12.png" Id="R57ebf0f6203340e3"/><Relationship Type="http://schemas.openxmlformats.org/officeDocument/2006/relationships/image" Target="/ppt/media/image13.png" Id="R51ca383886d44f04"/><Relationship Type="http://schemas.openxmlformats.org/officeDocument/2006/relationships/notesSlide" Target="/ppt/notesSlides/notesSlide3.xml" Id="R523a6599c1c64cbe"/><Relationship Id="rIdJupContact1" Type="http://schemas.openxmlformats.org/officeDocument/2006/relationships/hyperlink" Target="https://www.jup.co.id/" TargetMode="Externa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5.xml" Id="Rc8a6a0d5a5744f4c"/><Relationship Type="http://schemas.openxmlformats.org/officeDocument/2006/relationships/image" Target="/ppt/media/image14.png" Id="R18f9a8e501dc46e4"/><Relationship Type="http://schemas.openxmlformats.org/officeDocument/2006/relationships/image" Target="/ppt/media/image15.png" Id="R77720e1e5cfa4e75"/><Relationship Type="http://schemas.openxmlformats.org/officeDocument/2006/relationships/notesSlide" Target="/ppt/notesSlides/notesSlide4.xml" Id="Rdb3bf795906e4fd0"/><Relationship Id="rIdJupContact1" Type="http://schemas.openxmlformats.org/officeDocument/2006/relationships/hyperlink" Target="https://www.jup.co.id/" TargetMode="Externa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7262fd0eab404f49"/><Relationship Type="http://schemas.openxmlformats.org/officeDocument/2006/relationships/image" Target="/ppt/media/image16.png" Id="Ra0c79194436b4221"/><Relationship Type="http://schemas.openxmlformats.org/officeDocument/2006/relationships/image" Target="/ppt/media/image17.png" Id="R042a37c2a8284717"/><Relationship Type="http://schemas.openxmlformats.org/officeDocument/2006/relationships/image" Target="/ppt/media/image18.png" Id="R10be7c8ef2554b00"/><Relationship Type="http://schemas.openxmlformats.org/officeDocument/2006/relationships/notesSlide" Target="/ppt/notesSlides/notesSlide5.xml" Id="R483be4da2042436d"/><Relationship Id="rIdJupDarkLogoExample" Type="http://schemas.openxmlformats.org/officeDocument/2006/relationships/image" Target="../media/jup-dark-slideLayout6.png"/></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7.xml" Id="Rbb76dbc8c2ba4766"/><Relationship Type="http://schemas.openxmlformats.org/officeDocument/2006/relationships/image" Target="/ppt/media/image19.png" Id="R9079da9c87db4fd4"/><Relationship Type="http://schemas.openxmlformats.org/officeDocument/2006/relationships/image" Target="/ppt/media/image20.png" Id="Re807f79faafb4d38"/><Relationship Type="http://schemas.openxmlformats.org/officeDocument/2006/relationships/notesSlide" Target="/ppt/notesSlides/notesSlide6.xml" Id="R2761463510db46a9"/><Relationship Id="rIdJupContact1" Type="http://schemas.openxmlformats.org/officeDocument/2006/relationships/hyperlink" Target="https://www.jup.co.id/" TargetMode="Externa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8.xml" Id="R456e4f6315af49e9"/><Relationship Type="http://schemas.openxmlformats.org/officeDocument/2006/relationships/image" Target="/ppt/media/image21.png" Id="Rfe8a0c9335a44064"/><Relationship Type="http://schemas.openxmlformats.org/officeDocument/2006/relationships/image" Target="/ppt/media/image22.png" Id="R3c693df7d1404dd2"/><Relationship Type="http://schemas.openxmlformats.org/officeDocument/2006/relationships/notesSlide" Target="/ppt/notesSlides/notesSlide7.xml" Id="R695d636af9e64960"/><Relationship Id="rIdJupContact1" Type="http://schemas.openxmlformats.org/officeDocument/2006/relationships/hyperlink" Target="https://www.jup.co.id/" TargetMode="Externa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9.xml" Id="R849d869d3a3c439f"/><Relationship Type="http://schemas.openxmlformats.org/officeDocument/2006/relationships/image" Target="/ppt/media/image23.png" Id="R9c777fec77544312"/><Relationship Type="http://schemas.openxmlformats.org/officeDocument/2006/relationships/image" Target="/ppt/media/image24.png" Id="R71308b23cbf74e12"/><Relationship Type="http://schemas.openxmlformats.org/officeDocument/2006/relationships/notesSlide" Target="/ppt/notesSlides/notesSlide8.xml" Id="R82a8d862f5ca4db9"/><Relationship Id="rIdJupContact1" Type="http://schemas.openxmlformats.org/officeDocument/2006/relationships/hyperlink" Target="https://www.jup.co.id/" TargetMode="Externa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0.xml" Id="R9739106b4fdc4f68"/><Relationship Type="http://schemas.openxmlformats.org/officeDocument/2006/relationships/image" Target="/ppt/media/image25.png" Id="R02052700cb194f51"/><Relationship Type="http://schemas.openxmlformats.org/officeDocument/2006/relationships/image" Target="/ppt/media/image26.png" Id="Raeae47c820e6418b"/><Relationship Type="http://schemas.openxmlformats.org/officeDocument/2006/relationships/chart" Target="/ppt/slides/charts/chart1.xml" Id="Rb84c9e4cf6984487"/><Relationship Type="http://schemas.openxmlformats.org/officeDocument/2006/relationships/notesSlide" Target="/ppt/notesSlides/notesSlide9.xml" Id="R14233f4efcaa4d45"/><Relationship Id="rIdJupContact1" Type="http://schemas.openxmlformats.org/officeDocument/2006/relationships/hyperlink" Target="https://www.jup.co.id/" TargetMode="Externa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1.xml" Id="R114ae99d4e5d4d50"/><Relationship Type="http://schemas.openxmlformats.org/officeDocument/2006/relationships/image" Target="/ppt/media/image27.png" Id="R415abc113201494d"/><Relationship Type="http://schemas.openxmlformats.org/officeDocument/2006/relationships/image" Target="/ppt/media/image28.png" Id="R537545e36e5f4168"/><Relationship Type="http://schemas.openxmlformats.org/officeDocument/2006/relationships/chart" Target="/ppt/slides/charts/chart2.xml" Id="Re7bb8466fc5e4bc6"/><Relationship Type="http://schemas.openxmlformats.org/officeDocument/2006/relationships/notesSlide" Target="/ppt/notesSlides/notesSlide10.xml" Id="R45cef20d347a429d"/><Relationship Id="rIdJupContact1" Type="http://schemas.openxmlformats.org/officeDocument/2006/relationships/hyperlink" Target="https://www.jup.co.id/" TargetMode="Externa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2.xml" Id="R6f11d388a0024b5a"/><Relationship Type="http://schemas.openxmlformats.org/officeDocument/2006/relationships/image" Target="/ppt/media/image29.png" Id="R7bc6b072f9204838"/><Relationship Type="http://schemas.openxmlformats.org/officeDocument/2006/relationships/image" Target="/ppt/media/image30.png" Id="Ra85affa31b724f44"/><Relationship Type="http://schemas.openxmlformats.org/officeDocument/2006/relationships/notesSlide" Target="/ppt/notesSlides/notesSlide11.xml" Id="R7cb727385eeb410c"/><Relationship Id="rIdJupContact1" Type="http://schemas.openxmlformats.org/officeDocument/2006/relationships/hyperlink" Target="https://www.jup.co.id/" TargetMode="Externa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3.xml" Id="R8159cdd74d8f40d9"/><Relationship Type="http://schemas.openxmlformats.org/officeDocument/2006/relationships/image" Target="/ppt/media/image31.png" Id="Rac8978fdd916402d"/><Relationship Type="http://schemas.openxmlformats.org/officeDocument/2006/relationships/image" Target="/ppt/media/image32.png" Id="R14e7ce0ad8684d8e"/><Relationship Type="http://schemas.openxmlformats.org/officeDocument/2006/relationships/image" Target="/ppt/media/image33.png" Id="R0912e9f433d74147"/><Relationship Type="http://schemas.openxmlformats.org/officeDocument/2006/relationships/image" Target="/ppt/media/image34.png" Id="Rebd4351fd6aa48bb"/><Relationship Type="http://schemas.openxmlformats.org/officeDocument/2006/relationships/image" Target="/ppt/media/image35.png" Id="R68265e7265f448c4"/><Relationship Type="http://schemas.openxmlformats.org/officeDocument/2006/relationships/image" Target="/ppt/media/image36.png" Id="Rbe077d369e564142"/><Relationship Type="http://schemas.openxmlformats.org/officeDocument/2006/relationships/image" Target="/ppt/media/image37.png" Id="Rceb8178c6f864c5e"/><Relationship Type="http://schemas.openxmlformats.org/officeDocument/2006/relationships/notesSlide" Target="/ppt/notesSlides/notesSlide12.xml" Id="R0f33990fc86847d4"/><Relationship Id="rIdJupContact1" Type="http://schemas.openxmlformats.org/officeDocument/2006/relationships/hyperlink" Target="https://www.jup.co.id/" TargetMode="Externa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4.xml" Id="R2fadd57d5b09493d"/><Relationship Type="http://schemas.openxmlformats.org/officeDocument/2006/relationships/image" Target="/ppt/media/image38.png" Id="Rf191b7117eaf49be"/><Relationship Type="http://schemas.openxmlformats.org/officeDocument/2006/relationships/image" Target="/ppt/media/image39.png" Id="R13030c60c2b84c09"/><Relationship Type="http://schemas.openxmlformats.org/officeDocument/2006/relationships/notesSlide" Target="/ppt/notesSlides/notesSlide13.xml" Id="R6ed8195b90e540fd"/><Relationship Id="rIdJupContact1" Type="http://schemas.openxmlformats.org/officeDocument/2006/relationships/hyperlink" Target="https://www.jup.co.id/" TargetMode="Externa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5.xml" Id="Rf3426be1039a40cd"/><Relationship Type="http://schemas.openxmlformats.org/officeDocument/2006/relationships/image" Target="/ppt/media/image40.png" Id="R40e7883175684686"/><Relationship Type="http://schemas.openxmlformats.org/officeDocument/2006/relationships/image" Target="/ppt/media/image41.png" Id="R292eb42b63d74c5f"/><Relationship Type="http://schemas.openxmlformats.org/officeDocument/2006/relationships/notesSlide" Target="/ppt/notesSlides/notesSlide14.xml" Id="R5c959a5550864700"/><Relationship Id="rIdJupContact1" Type="http://schemas.openxmlformats.org/officeDocument/2006/relationships/hyperlink" Target="https://www.jup.co.id/" TargetMode="Externa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6.xml" Id="R6f6cd818c2a74ab1"/><Relationship Type="http://schemas.openxmlformats.org/officeDocument/2006/relationships/image" Target="/ppt/media/image42.png" Id="R06cf976561164cee"/><Relationship Type="http://schemas.openxmlformats.org/officeDocument/2006/relationships/image" Target="/ppt/media/image43.png" Id="R4462ad4a0b23431a"/><Relationship Type="http://schemas.openxmlformats.org/officeDocument/2006/relationships/notesSlide" Target="/ppt/notesSlides/notesSlide15.xml" Id="Raab5b480e37a40c9"/><Relationship Id="rIdJupContact1" Type="http://schemas.openxmlformats.org/officeDocument/2006/relationships/hyperlink" Target="https://www.jup.co.id/" TargetMode="Externa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7.xml" Id="R9ac6e15844284ff8"/><Relationship Type="http://schemas.openxmlformats.org/officeDocument/2006/relationships/image" Target="/ppt/media/image44.png" Id="Rd8f99e2e89de4c6f"/><Relationship Type="http://schemas.openxmlformats.org/officeDocument/2006/relationships/image" Target="/ppt/media/image45.png" Id="Ra56df2d5b4bb435a"/><Relationship Type="http://schemas.openxmlformats.org/officeDocument/2006/relationships/notesSlide" Target="/ppt/notesSlides/notesSlide16.xml" Id="R8de63c7dd6a84a75"/><Relationship Id="rIdJupContact1" Type="http://schemas.openxmlformats.org/officeDocument/2006/relationships/hyperlink" Target="https://www.jup.co.id/" TargetMode="Externa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8.xml" Id="R7793542d91374732"/><Relationship Type="http://schemas.openxmlformats.org/officeDocument/2006/relationships/image" Target="/ppt/media/image46.png" Id="R8b706e4e32884300"/><Relationship Type="http://schemas.openxmlformats.org/officeDocument/2006/relationships/image" Target="/ppt/media/image47.png" Id="R1f0b1ce455b34cf8"/><Relationship Type="http://schemas.openxmlformats.org/officeDocument/2006/relationships/notesSlide" Target="/ppt/notesSlides/notesSlide17.xml" Id="R367ed999b7474f9d"/><Relationship Id="rIdJupContact1" Type="http://schemas.openxmlformats.org/officeDocument/2006/relationships/hyperlink" Target="https://www.jup.co.id/" TargetMode="Externa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9.xml" Id="R60df46a3eca44e21"/><Relationship Type="http://schemas.openxmlformats.org/officeDocument/2006/relationships/image" Target="/ppt/media/image48.png" Id="Ra5f941a3c9db4627"/><Relationship Type="http://schemas.openxmlformats.org/officeDocument/2006/relationships/image" Target="/ppt/media/image49.png" Id="Rf0b581b5b41e43c5"/><Relationship Type="http://schemas.openxmlformats.org/officeDocument/2006/relationships/notesSlide" Target="/ppt/notesSlides/notesSlide18.xml" Id="R0e943eb6f649414b"/><Relationship Id="rIdJupContact1" Type="http://schemas.openxmlformats.org/officeDocument/2006/relationships/hyperlink" Target="https://www.jup.co.id/" TargetMode="Externa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20.xml" Id="Ra0534c066c434b9d"/><Relationship Type="http://schemas.openxmlformats.org/officeDocument/2006/relationships/image" Target="/ppt/media/image50.png" Id="R8d84903877f34fe8"/><Relationship Type="http://schemas.openxmlformats.org/officeDocument/2006/relationships/image" Target="/ppt/media/image51.png" Id="R923544162ba14405"/><Relationship Type="http://schemas.openxmlformats.org/officeDocument/2006/relationships/notesSlide" Target="/ppt/notesSlides/notesSlide19.xml" Id="Rcae1d07864754d7d"/><Relationship Id="rIdJupContact1" Type="http://schemas.openxmlformats.org/officeDocument/2006/relationships/hyperlink" Target="https://www.jup.co.id/" TargetMode="Externa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21.xml" Id="R6e55111fb1404e27"/><Relationship Type="http://schemas.openxmlformats.org/officeDocument/2006/relationships/image" Target="/ppt/media/image52.png" Id="R3f7c7031c1534c00"/><Relationship Type="http://schemas.openxmlformats.org/officeDocument/2006/relationships/image" Target="/ppt/media/image53.png" Id="R28019d8a88f34fb6"/><Relationship Type="http://schemas.openxmlformats.org/officeDocument/2006/relationships/image" Target="/ppt/media/image54.png" Id="R081950117cff4f74"/><Relationship Type="http://schemas.openxmlformats.org/officeDocument/2006/relationships/image" Target="/ppt/media/image55.png" Id="Raee74fa708ca48e2"/><Relationship Type="http://schemas.openxmlformats.org/officeDocument/2006/relationships/image" Target="/ppt/media/image56.png" Id="R8b9519eb60e342a0"/><Relationship Type="http://schemas.openxmlformats.org/officeDocument/2006/relationships/notesSlide" Target="/ppt/notesSlides/notesSlide20.xml" Id="Rfe40b47b6af34ce3"/><Relationship Id="rIdJupContact1" Type="http://schemas.openxmlformats.org/officeDocument/2006/relationships/hyperlink" Target="https://www.jup.co.id/" TargetMode="External"/><Relationship Id="rIdJupContact2" Type="http://schemas.openxmlformats.org/officeDocument/2006/relationships/hyperlink" Target="https://www.instagram.com/jakartautilitas/" TargetMode="External"/><Relationship Id="rIdJupContact3" Type="http://schemas.openxmlformats.org/officeDocument/2006/relationships/hyperlink" Target="https://www.linkedin.com/company/pt-jakarta-utilitas-propertindo/" TargetMode="External"/><Relationship Id="rIdJupDarkLogo" Type="http://schemas.openxmlformats.org/officeDocument/2006/relationships/image" Target="../media/jup-dark-slide20.png"/></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22.xml" Id="Rbbd59bcd286b4409"/><Relationship Type="http://schemas.openxmlformats.org/officeDocument/2006/relationships/image" Target="/ppt/media/image57.png" Id="R62a91655b62e40e8"/><Relationship Type="http://schemas.openxmlformats.org/officeDocument/2006/relationships/image" Target="/ppt/media/image58.png" Id="R365d478354d5467a"/><Relationship Type="http://schemas.openxmlformats.org/officeDocument/2006/relationships/image" Target="/ppt/media/image59.png" Id="Rfbc0b30755754da5"/><Relationship Type="http://schemas.openxmlformats.org/officeDocument/2006/relationships/notesSlide" Target="/ppt/notesSlides/notesSlide21.xml" Id="R5e97d63b8d1d4838"/><Relationship Id="rIdJupContact1" Type="http://schemas.openxmlformats.org/officeDocument/2006/relationships/hyperlink" Target="https://www.jup.co.id/" TargetMode="Externa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23.xml" Id="Rd2b5290261d9424d"/><Relationship Type="http://schemas.openxmlformats.org/officeDocument/2006/relationships/image" Target="/ppt/media/image60.png" Id="Reb3c601b9ee54630"/><Relationship Type="http://schemas.openxmlformats.org/officeDocument/2006/relationships/image" Target="/ppt/media/image61.png" Id="R7c4eda6aac114076"/><Relationship Type="http://schemas.openxmlformats.org/officeDocument/2006/relationships/notesSlide" Target="/ppt/notesSlides/notesSlide22.xml" Id="Rd730b2aa30e045d9"/><Relationship Id="rIdJupContact1" Type="http://schemas.openxmlformats.org/officeDocument/2006/relationships/hyperlink" Target="https://www.jup.co.id/" TargetMode="Externa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24.xml" Id="R72e40571b17d434e"/><Relationship Type="http://schemas.openxmlformats.org/officeDocument/2006/relationships/image" Target="/ppt/media/image62.png" Id="Rf7c02f06c85944c7"/><Relationship Type="http://schemas.openxmlformats.org/officeDocument/2006/relationships/image" Target="/ppt/media/image63.png" Id="R6fbcd0f7901e4d8e"/><Relationship Type="http://schemas.openxmlformats.org/officeDocument/2006/relationships/notesSlide" Target="/ppt/notesSlides/notesSlide23.xml" Id="Rc117342297a6476a"/><Relationship Id="rIdJupContact1" Type="http://schemas.openxmlformats.org/officeDocument/2006/relationships/hyperlink" Target="https://www.jup.co.id/" TargetMode="Externa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25.xml" Id="Ra98f61a2fa934723"/><Relationship Type="http://schemas.openxmlformats.org/officeDocument/2006/relationships/image" Target="/ppt/media/image64.png" Id="R617f32549ce94e93"/><Relationship Type="http://schemas.openxmlformats.org/officeDocument/2006/relationships/image" Target="/ppt/media/image65.png" Id="R5cf33b3c1b7a408f"/><Relationship Type="http://schemas.openxmlformats.org/officeDocument/2006/relationships/notesSlide" Target="/ppt/notesSlides/notesSlide24.xml" Id="R0f1e5e3f9dbe4f30"/><Relationship Id="rIdJupContact1" Type="http://schemas.openxmlformats.org/officeDocument/2006/relationships/hyperlink" Target="https://www.jup.co.id/" TargetMode="External"/></Relationships>
</file>

<file path=ppt/slides/_rels/slide25.xml.rels><?xml version='1.0' encoding='UTF-8' standalone='yes'?>
<Relationships xmlns="http://schemas.openxmlformats.org/package/2006/relationships"><Relationship Type="http://schemas.openxmlformats.org/officeDocument/2006/relationships/slideLayout" Target="../slideLayouts/slideLayout26.xml" Id="R360fb109dd124891"/><Relationship Type="http://schemas.openxmlformats.org/officeDocument/2006/relationships/image" Target="/ppt/media/image7.png" Id="R26bee2ffc3c34d03"/><Relationship Type="http://schemas.openxmlformats.org/officeDocument/2006/relationships/image" Target="/ppt/media/image8.png" Id="R15cc5bf86050475b"/><Relationship Type="http://schemas.openxmlformats.org/officeDocument/2006/relationships/image" Target="/ppt/media/image9.png" Id="R91c59edf9e8e45d0"/><Relationship Type="http://schemas.openxmlformats.org/officeDocument/2006/relationships/image" Target="/ppt/media/image10.png" Id="R8f26842ec62d4bba"/><Relationship Type="http://schemas.openxmlformats.org/officeDocument/2006/relationships/image" Target="/ppt/media/image11.png" Id="Re33014cceebc4cf6"/><Relationship Type="http://schemas.openxmlformats.org/officeDocument/2006/relationships/notesSlide" Target="../notesSlides/notesSlide25.xml" Id="R4d03bdf225ba4f60"/><Relationship Id="rIdJupContact1" Type="http://schemas.openxmlformats.org/officeDocument/2006/relationships/hyperlink" Target="https://www.instagram.com/jakartautilitas/" TargetMode="External"/><Relationship Id="rIdJupContact2" Type="http://schemas.openxmlformats.org/officeDocument/2006/relationships/hyperlink" Target="https://www.jup.co.id/" TargetMode="External"/><Relationship Id="rIdJupDarkLogoExample" Type="http://schemas.openxmlformats.org/officeDocument/2006/relationships/image" Target="../media/jup-dark-slideLayout26.png"/></Relationships>
</file>

<file path=ppt/slides/_rels/slide26.xml.rels><?xml version='1.0' encoding='UTF-8' standalone='yes'?>
<Relationships xmlns="http://schemas.openxmlformats.org/package/2006/relationships"><Relationship Type="http://schemas.openxmlformats.org/officeDocument/2006/relationships/slideLayout" Target="../slideLayouts/slideLayout27.xml" Id="R2fadd57d5b09493d"/><Relationship Type="http://schemas.openxmlformats.org/officeDocument/2006/relationships/image" Target="/ppt/media/image38.png" Id="Rf191b7117eaf49be"/><Relationship Type="http://schemas.openxmlformats.org/officeDocument/2006/relationships/image" Target="/ppt/media/image39.png" Id="R13030c60c2b84c09"/><Relationship Type="http://schemas.openxmlformats.org/officeDocument/2006/relationships/notesSlide" Target="../notesSlides/notesSlide26.xml" Id="R6ed8195b90e540fd"/><Relationship Id="rIdJupContact1" Type="http://schemas.openxmlformats.org/officeDocument/2006/relationships/hyperlink" Target="https://www.jup.co.id/" TargetMode="External"/></Relationships>
</file>

<file path=ppt/slides/_rels/slide27.xml.rels><?xml version='1.0' encoding='UTF-8' standalone='yes'?>
<Relationships xmlns="http://schemas.openxmlformats.org/package/2006/relationships"><Relationship Type="http://schemas.openxmlformats.org/officeDocument/2006/relationships/slideLayout" Target="../slideLayouts/slideLayout28.xml" Id="R2fadd57d5b09493d"/><Relationship Type="http://schemas.openxmlformats.org/officeDocument/2006/relationships/image" Target="/ppt/media/image38.png" Id="Rf191b7117eaf49be"/><Relationship Type="http://schemas.openxmlformats.org/officeDocument/2006/relationships/image" Target="/ppt/media/image39.png" Id="R13030c60c2b84c09"/><Relationship Type="http://schemas.openxmlformats.org/officeDocument/2006/relationships/notesSlide" Target="../notesSlides/notesSlide27.xml" Id="R6ed8195b90e540fd"/><Relationship Id="rIdJupContact1" Type="http://schemas.openxmlformats.org/officeDocument/2006/relationships/hyperlink" Target="https://www.jup.co.id/" TargetMode="External"/></Relationships>
</file>

<file path=ppt/slides/_rels/slide28.xml.rels><?xml version='1.0' encoding='UTF-8' standalone='yes'?>
<Relationships xmlns="http://schemas.openxmlformats.org/package/2006/relationships"><Relationship Type="http://schemas.openxmlformats.org/officeDocument/2006/relationships/slideLayout" Target="../slideLayouts/slideLayout29.xml" Id="R2fadd57d5b09493d"/><Relationship Type="http://schemas.openxmlformats.org/officeDocument/2006/relationships/image" Target="/ppt/media/image38.png" Id="Rf191b7117eaf49be"/><Relationship Type="http://schemas.openxmlformats.org/officeDocument/2006/relationships/image" Target="/ppt/media/image39.png" Id="R13030c60c2b84c09"/><Relationship Type="http://schemas.openxmlformats.org/officeDocument/2006/relationships/notesSlide" Target="../notesSlides/notesSlide28.xml" Id="R6ed8195b90e540fd"/><Relationship Id="rIdJupContact1" Type="http://schemas.openxmlformats.org/officeDocument/2006/relationships/hyperlink" Target="https://www.jup.co.id/" TargetMode="External"/></Relationships>
</file>

<file path=ppt/slides/_rels/slide29.xml.rels><?xml version='1.0' encoding='UTF-8' standalone='yes'?>
<Relationships xmlns="http://schemas.openxmlformats.org/package/2006/relationships"><Relationship Type="http://schemas.openxmlformats.org/officeDocument/2006/relationships/slideLayout" Target="../slideLayouts/slideLayout30.xml" Id="R2fadd57d5b09493d"/><Relationship Type="http://schemas.openxmlformats.org/officeDocument/2006/relationships/image" Target="/ppt/media/image38.png" Id="Rf191b7117eaf49be"/><Relationship Type="http://schemas.openxmlformats.org/officeDocument/2006/relationships/image" Target="/ppt/media/image39.png" Id="R13030c60c2b84c09"/><Relationship Type="http://schemas.openxmlformats.org/officeDocument/2006/relationships/notesSlide" Target="../notesSlides/notesSlide29.xml" Id="R6ed8195b90e540fd"/><Relationship Id="rIdJupContact1" Type="http://schemas.openxmlformats.org/officeDocument/2006/relationships/hyperlink" Target="https://www.jup.co.id/" TargetMode="External"/></Relationships>
</file>

<file path=ppt/slides/_rels/slide30.xml.rels><?xml version='1.0' encoding='UTF-8' standalone='yes'?>
<Relationships xmlns="http://schemas.openxmlformats.org/package/2006/relationships"><Relationship Type="http://schemas.openxmlformats.org/officeDocument/2006/relationships/slideLayout" Target="../slideLayouts/slideLayout31.xml" Id="R2fadd57d5b09493d"/><Relationship Type="http://schemas.openxmlformats.org/officeDocument/2006/relationships/image" Target="/ppt/media/image38.png" Id="Rf191b7117eaf49be"/><Relationship Type="http://schemas.openxmlformats.org/officeDocument/2006/relationships/image" Target="/ppt/media/image39.png" Id="R13030c60c2b84c09"/><Relationship Type="http://schemas.openxmlformats.org/officeDocument/2006/relationships/notesSlide" Target="../notesSlides/notesSlide30.xml" Id="R6ed8195b90e540fd"/><Relationship Id="rIdJupContact1" Type="http://schemas.openxmlformats.org/officeDocument/2006/relationships/hyperlink" Target="https://www.jup.co.id/" TargetMode="Externa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Realisasi</c:v>
          </c:tx>
          <c:spPr>
            <a:solidFill xmlns:a="http://schemas.openxmlformats.org/drawingml/2006/main">
              <a:srgbClr val="00A550"/>
            </a:solidFill>
          </c:spPr>
          <c:cat>
            <c:strRef>
              <c:f>'Chart Data'!$A$2:$A$5</c:f>
              <c:strCache>
                <c:ptCount val="4"/>
                <c:pt idx="0">
                  <c:v>TW I</c:v>
                </c:pt>
                <c:pt idx="1">
                  <c:v>TW II</c:v>
                </c:pt>
                <c:pt idx="2">
                  <c:v>TW III</c:v>
                </c:pt>
                <c:pt idx="3">
                  <c:v>TW IV</c:v>
                </c:pt>
              </c:strCache>
            </c:strRef>
          </c:cat>
          <c:val>
            <c:numRef>
              <c:f>'Chart Data'!$B$2:$B$5</c:f>
              <c:numCache>
                <c:formatCode>0</c:formatCode>
                <c:ptCount val="4"/>
                <c:pt idx="0">
                  <c:v>80</c:v>
                </c:pt>
                <c:pt idx="1">
                  <c:v>92</c:v>
                </c:pt>
                <c:pt idx="2">
                  <c:v>105</c:v>
                </c:pt>
                <c:pt idx="3">
                  <c:v>112</c:v>
                </c:pt>
              </c:numCache>
            </c:numRef>
          </c:val>
        </c:ser>
        <c:ser>
          <c:idx val="1"/>
          <c:order val="1"/>
          <c:tx>
            <c:v>Target</c:v>
          </c:tx>
          <c:spPr>
            <a:solidFill xmlns:a="http://schemas.openxmlformats.org/drawingml/2006/main">
              <a:srgbClr val="004999"/>
            </a:solidFill>
          </c:spPr>
          <c:cat>
            <c:strRef>
              <c:f>'Chart Data'!$C$2:$C$5</c:f>
              <c:strCache>
                <c:ptCount val="4"/>
                <c:pt idx="0">
                  <c:v>TW I</c:v>
                </c:pt>
                <c:pt idx="1">
                  <c:v>TW II</c:v>
                </c:pt>
                <c:pt idx="2">
                  <c:v>TW III</c:v>
                </c:pt>
                <c:pt idx="3">
                  <c:v>TW IV</c:v>
                </c:pt>
              </c:strCache>
            </c:strRef>
          </c:cat>
          <c:val>
            <c:numRef>
              <c:f>'Chart Data'!$D$2:$D$5</c:f>
              <c:numCache>
                <c:formatCode>0</c:formatCode>
                <c:ptCount val="4"/>
                <c:pt idx="0">
                  <c:v>90</c:v>
                </c:pt>
                <c:pt idx="1">
                  <c:v>100</c:v>
                </c:pt>
                <c:pt idx="2">
                  <c:v>110</c:v>
                </c:pt>
                <c:pt idx="3">
                  <c:v>120</c:v>
                </c:pt>
              </c:numCache>
            </c:numRef>
          </c:val>
        </c:ser>
        <c:dLbls>
          <c:txPr>
            <a:bodyPr xmlns:a="http://schemas.openxmlformats.org/drawingml/2006/main" anchorCtr="1"/>
            <a:lstStyle xmlns:a="http://schemas.openxmlformats.org/drawingml/2006/main"/>
            <a:p xmlns:a="http://schemas.openxmlformats.org/drawingml/2006/main">
              <a:pPr>
                <a:defRPr sz="1500" lang="id-ID">
                  <a:solidFill>
                    <a:srgbClr val="011627"/>
                  </a:solidFill>
                  <a:latin typeface="Space Mono"/>
                  <a:ea typeface="Space Mono"/>
                  <a:cs typeface="Space Mono"/>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4DA"/>
            </a:solidFill>
          </a:ln>
        </c:spPr>
        <c:txPr>
          <a:bodyPr xmlns:a="http://schemas.openxmlformats.org/drawingml/2006/main" anchorCtr="1"/>
          <a:lstStyle xmlns:a="http://schemas.openxmlformats.org/drawingml/2006/main"/>
          <a:p xmlns:a="http://schemas.openxmlformats.org/drawingml/2006/main">
            <a:pPr>
              <a:defRPr sz="1650" lang="id-ID">
                <a:solidFill>
                  <a:srgbClr val="011627"/>
                </a:solidFill>
                <a:latin typeface="Space Grotesk"/>
                <a:ea typeface="Space Grotesk"/>
                <a:cs typeface="Space Grotesk"/>
              </a:defRPr>
            </a:pPr>
          </a:p>
        </c:txPr>
        <c:crossAx val="48672768"/>
      </c:catAx>
      <c:valAx>
        <c:axId val="48672768"/>
        <c:scaling>
          <c:orientation val="minMax"/>
          <c:max val="150"/>
          <c:min val="0"/>
        </c:scaling>
        <c:delete val="0"/>
        <c:axPos val="l"/>
        <c:majorGridlines>
          <c:spPr>
            <a:ln xmlns:a="http://schemas.openxmlformats.org/drawingml/2006/main" w="9525">
              <a:solidFill>
                <a:srgbClr val="CED4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lang="id-ID">
                <a:solidFill>
                  <a:srgbClr val="536679"/>
                </a:solidFill>
                <a:latin typeface="Space Mono"/>
                <a:ea typeface="Space Mono"/>
                <a:cs typeface="Space Mono"/>
              </a:defRPr>
            </a:pPr>
          </a:p>
        </c:txPr>
        <c:crossAx val="48650112"/>
        <c:crossBetween val="between"/>
        <c:majorUnit val="50"/>
      </c:valAx>
      <c:spPr>
        <a:solidFill xmlns:a="http://schemas.openxmlformats.org/drawingml/2006/main">
          <a:srgbClr val="F0F1F1"/>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lang="id-ID">
              <a:solidFill>
                <a:srgbClr val="011627"/>
              </a:solidFill>
              <a:latin typeface="Space Grotesk"/>
              <a:ea typeface="Space Grotesk"/>
              <a:cs typeface="Space Grotesk"/>
            </a:defRPr>
          </a:pPr>
        </a:p>
      </c:txPr>
    </c:legend>
    <c:plotVisOnly val="1"/>
  </c:chart>
  <c:spPr>
    <a:solidFill xmlns:a="http://schemas.openxmlformats.org/drawingml/2006/main">
      <a:srgbClr val="F0F1F1"/>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Indeks</c:v>
          </c:tx>
          <c:spPr>
            <a:ln xmlns:a="http://schemas.openxmlformats.org/drawingml/2006/main" w="28575">
              <a:solidFill>
                <a:srgbClr val="004999"/>
              </a:solidFill>
            </a:ln>
          </c:spPr>
          <c:marker>
            <c:symbol val="square"/>
            <c:size val="8"/>
            <c:spPr>
              <a:solidFill xmlns:a="http://schemas.openxmlformats.org/drawingml/2006/main">
                <a:srgbClr val="004999"/>
              </a:solidFill>
            </c:spPr>
          </c:marker>
          <c:cat>
            <c:strRef>
              <c:f>'Chart Data'!$A$2:$A$7</c:f>
              <c:strCache>
                <c:ptCount val="6"/>
                <c:pt idx="0">
                  <c:v>Jan</c:v>
                </c:pt>
                <c:pt idx="1">
                  <c:v>Feb</c:v>
                </c:pt>
                <c:pt idx="2">
                  <c:v>Mar</c:v>
                </c:pt>
                <c:pt idx="3">
                  <c:v>Apr</c:v>
                </c:pt>
                <c:pt idx="4">
                  <c:v>Mei</c:v>
                </c:pt>
                <c:pt idx="5">
                  <c:v>Jun</c:v>
                </c:pt>
              </c:strCache>
            </c:strRef>
          </c:cat>
          <c:val>
            <c:numRef>
              <c:f>'Chart Data'!$B$2:$B$7</c:f>
              <c:numCache>
                <c:formatCode>0</c:formatCode>
                <c:ptCount val="6"/>
                <c:pt idx="0">
                  <c:v>80</c:v>
                </c:pt>
                <c:pt idx="1">
                  <c:v>84</c:v>
                </c:pt>
                <c:pt idx="2">
                  <c:v>82</c:v>
                </c:pt>
                <c:pt idx="3">
                  <c:v>91</c:v>
                </c:pt>
                <c:pt idx="4">
                  <c:v>96</c:v>
                </c:pt>
                <c:pt idx="5">
                  <c:v>100</c:v>
                </c:pt>
              </c:numCache>
            </c:numRef>
          </c:val>
          <c:smooth val="0"/>
        </c:ser>
        <c:dLbls>
          <c:dLblPos val="t"/>
          <c:txPr>
            <a:bodyPr xmlns:a="http://schemas.openxmlformats.org/drawingml/2006/main" anchorCtr="1"/>
            <a:lstStyle xmlns:a="http://schemas.openxmlformats.org/drawingml/2006/main"/>
            <a:p xmlns:a="http://schemas.openxmlformats.org/drawingml/2006/main">
              <a:pPr>
                <a:defRPr sz="1500" lang="id-ID">
                  <a:solidFill>
                    <a:srgbClr val="011627"/>
                  </a:solidFill>
                  <a:latin typeface="Space Mono"/>
                  <a:ea typeface="Space Mono"/>
                  <a:cs typeface="Space Mono"/>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ED4DA"/>
            </a:solidFill>
          </a:ln>
        </c:spPr>
        <c:txPr>
          <a:bodyPr xmlns:a="http://schemas.openxmlformats.org/drawingml/2006/main" anchorCtr="1"/>
          <a:lstStyle xmlns:a="http://schemas.openxmlformats.org/drawingml/2006/main"/>
          <a:p xmlns:a="http://schemas.openxmlformats.org/drawingml/2006/main">
            <a:pPr>
              <a:defRPr sz="1650" lang="id-ID">
                <a:solidFill>
                  <a:srgbClr val="011627"/>
                </a:solidFill>
                <a:latin typeface="Space Grotesk"/>
                <a:ea typeface="Space Grotesk"/>
                <a:cs typeface="Space Grotesk"/>
              </a:defRPr>
            </a:pPr>
          </a:p>
        </c:txPr>
        <c:crossAx val="48672768"/>
      </c:catAx>
      <c:valAx>
        <c:axId val="48672768"/>
        <c:scaling>
          <c:orientation val="minMax"/>
          <c:max val="120"/>
          <c:min val="0"/>
        </c:scaling>
        <c:delete val="0"/>
        <c:axPos val="l"/>
        <c:majorGridlines>
          <c:spPr>
            <a:ln xmlns:a="http://schemas.openxmlformats.org/drawingml/2006/main" w="9525">
              <a:solidFill>
                <a:srgbClr val="CED4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lang="id-ID">
                <a:solidFill>
                  <a:srgbClr val="536679"/>
                </a:solidFill>
                <a:latin typeface="Space Mono"/>
                <a:ea typeface="Space Mono"/>
                <a:cs typeface="Space Mono"/>
              </a:defRPr>
            </a:pPr>
          </a:p>
        </c:txPr>
        <c:crossAx val="48650112"/>
        <c:crossBetween val="between"/>
        <c:majorUnit val="40"/>
      </c:valAx>
      <c:spPr>
        <a:solidFill xmlns:a="http://schemas.openxmlformats.org/drawingml/2006/main">
          <a:srgbClr val="F0F1F1"/>
        </a:solidFill>
        <a:ln xmlns:a="http://schemas.openxmlformats.org/drawingml/2006/main" w="0">
          <a:noFill/>
        </a:ln>
      </c:spPr>
    </c:plotArea>
    <c:plotVisOnly val="1"/>
  </c:chart>
  <c:spPr>
    <a:solidFill xmlns:a="http://schemas.openxmlformats.org/drawingml/2006/main">
      <a:srgbClr val="F0F1F1"/>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name="Sampul institusional">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presentasi">
            <a:extLst xmlns:a="http://schemas.openxmlformats.org/drawingml/2006/main">
              <a:ext uri="{FF2B5EF4-FFF2-40B4-BE49-F238E27FC236}">
                <a16:creationId xmlns:a16="http://schemas.microsoft.com/office/drawing/2014/main" id="{3FB088DF-AC2C-4ABA-AB54-83BD755B9BD3}"/>
              </a:ext>
            </a:extLst>
          </p:cNvPr>
          <p:cNvSpPr>
            <a:spLocks xmlns:a="http://schemas.openxmlformats.org/drawingml/2006/main" noGrp="1"/>
          </p:cNvSpPr>
          <p:nvPr>
            <p:ph type="title" idx="0" hasCustomPrompt="1"/>
          </p:nvPr>
        </p:nvSpPr>
        <p:spPr>
          <a:xfrm xmlns:a="http://schemas.openxmlformats.org/drawingml/2006/main">
            <a:off x="609600" y="2609850"/>
            <a:ext cx="6858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lang="id-ID">
                <a:solidFill>
                  <a:srgbClr val="011627"/>
                </a:solidFill>
                <a:latin typeface="Space Grotesk"/>
                <a:ea typeface="Space Grotesk"/>
                <a:cs typeface="Space Grotesk"/>
              </a:defRPr>
            </a:pPr>
            <a:r>
              <a:rPr sz="4800" b="1" lang="id-ID">
                <a:solidFill>
                  <a:srgbClr val="011627"/>
                </a:solidFill>
                <a:latin typeface="Space Grotesk"/>
                <a:ea typeface="Space Grotesk"/>
                <a:cs typeface="Space Grotesk"/>
              </a:rPr>
              <a:t>Template presentasi</a:t>
            </a:r>
          </a:p>
          <a:p xmlns:a="http://schemas.openxmlformats.org/drawingml/2006/main">
            <a:pPr>
              <a:defRPr sz="4800" b="1" lang="id-ID">
                <a:solidFill>
                  <a:srgbClr val="011627"/>
                </a:solidFill>
                <a:latin typeface="Space Grotesk"/>
                <a:ea typeface="Space Grotesk"/>
                <a:cs typeface="Space Grotesk"/>
              </a:defRPr>
            </a:pPr>
            <a:r>
              <a:rPr sz="4800" b="1" lang="id-ID">
                <a:solidFill>
                  <a:srgbClr val="011627"/>
                </a:solidFill>
                <a:latin typeface="Space Grotesk"/>
                <a:ea typeface="Space Grotesk"/>
                <a:cs typeface="Space Grotesk"/>
              </a:rPr>
              <a:t>JUP</a:t>
            </a:r>
          </a:p>
        </p:txBody>
      </p:sp>
      <p:sp>
        <p:nvSpPr>
          <p:cNvPr id="3" name="Jenis presentasi">
            <a:extLst xmlns:a="http://schemas.openxmlformats.org/drawingml/2006/main">
              <a:ext uri="{FF2B5EF4-FFF2-40B4-BE49-F238E27FC236}">
                <a16:creationId xmlns:a16="http://schemas.microsoft.com/office/drawing/2014/main" id="{11F516BA-4974-4F17-9704-B9C76810A5F6}"/>
              </a:ext>
            </a:extLst>
          </p:cNvPr>
          <p:cNvSpPr>
            <a:spLocks xmlns:a="http://schemas.openxmlformats.org/drawingml/2006/main" noGrp="1"/>
          </p:cNvSpPr>
          <p:nvPr>
            <p:ph type="body" idx="2" hasCustomPrompt="1"/>
          </p:nvPr>
        </p:nvSpPr>
        <p:spPr>
          <a:xfrm xmlns:a="http://schemas.openxmlformats.org/drawingml/2006/main">
            <a:off x="609600" y="20002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lang="id-ID">
                <a:solidFill>
                  <a:srgbClr val="004999"/>
                </a:solidFill>
                <a:latin typeface="Space Grotesk"/>
                <a:ea typeface="Space Grotesk"/>
                <a:cs typeface="Space Grotesk"/>
              </a:defRPr>
            </a:pPr>
            <a:r>
              <a:rPr sz="1500" b="1" lang="id-ID">
                <a:solidFill>
                  <a:srgbClr val="004999"/>
                </a:solidFill>
                <a:latin typeface="Space Grotesk"/>
                <a:ea typeface="Space Grotesk"/>
                <a:cs typeface="Space Grotesk"/>
              </a:rPr>
              <a:t>PRESENTASI INSTITUSIONAL</a:t>
            </a:r>
          </a:p>
        </p:txBody>
      </p:sp>
      <p:sp>
        <p:nvSpPr>
          <p:cNvPr id="4" name="Nama perusahaan">
            <a:extLst xmlns:a="http://schemas.openxmlformats.org/drawingml/2006/main">
              <a:ext uri="{FF2B5EF4-FFF2-40B4-BE49-F238E27FC236}">
                <a16:creationId xmlns:a16="http://schemas.microsoft.com/office/drawing/2014/main" id="{87C12512-2DB1-4B42-8908-3385D5F6EC37}"/>
              </a:ext>
            </a:extLst>
          </p:cNvPr>
          <p:cNvSpPr>
            <a:spLocks xmlns:a="http://schemas.openxmlformats.org/drawingml/2006/main" noGrp="1"/>
          </p:cNvSpPr>
          <p:nvPr>
            <p:ph type="subtitle" idx="1" hasCustomPrompt="1"/>
          </p:nvPr>
        </p:nvSpPr>
        <p:spPr>
          <a:xfrm xmlns:a="http://schemas.openxmlformats.org/drawingml/2006/main">
            <a:off x="609600" y="44577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lang="id-ID">
                <a:solidFill>
                  <a:srgbClr val="011627"/>
                </a:solidFill>
                <a:latin typeface="Space Grotesk"/>
                <a:ea typeface="Space Grotesk"/>
                <a:cs typeface="Space Grotesk"/>
              </a:defRPr>
            </a:pPr>
            <a:r>
              <a:rPr sz="2100" b="0" lang="id-ID">
                <a:solidFill>
                  <a:srgbClr val="011627"/>
                </a:solidFill>
                <a:latin typeface="Space Grotesk"/>
                <a:ea typeface="Space Grotesk"/>
                <a:cs typeface="Space Grotesk"/>
              </a:rPr>
              <a:t>PT Jakarta Utilitas Propertindo</a:t>
            </a:r>
          </a:p>
        </p:txBody>
      </p:sp>
      <p:sp>
        <p:nvSpPr>
          <p:cNvPr id="5" name="Tema presentasi">
            <a:extLst xmlns:a="http://schemas.openxmlformats.org/drawingml/2006/main">
              <a:ext uri="{FF2B5EF4-FFF2-40B4-BE49-F238E27FC236}">
                <a16:creationId xmlns:a16="http://schemas.microsoft.com/office/drawing/2014/main" id="{004A1425-8AF2-48B3-B223-8A798C5DF72C}"/>
              </a:ext>
            </a:extLst>
          </p:cNvPr>
          <p:cNvSpPr>
            <a:spLocks xmlns:a="http://schemas.openxmlformats.org/drawingml/2006/main" noGrp="1"/>
          </p:cNvSpPr>
          <p:nvPr>
            <p:ph type="body" idx="89" hasCustomPrompt="1"/>
          </p:nvPr>
        </p:nvSpPr>
        <p:spPr>
          <a:xfrm xmlns:a="http://schemas.openxmlformats.org/drawingml/2006/main">
            <a:off x="3886200" y="152400"/>
            <a:ext cx="441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lang="id-ID">
                <a:solidFill>
                  <a:srgbClr val="F0F1F1"/>
                </a:solidFill>
                <a:latin typeface="Space Grotesk"/>
                <a:ea typeface="Space Grotesk"/>
                <a:cs typeface="Space Grotesk"/>
              </a:defRPr>
            </a:pPr>
            <a:r>
              <a:rPr sz="1800" b="1" lang="id-ID">
                <a:solidFill>
                  <a:srgbClr val="F0F1F1"/>
                </a:solidFill>
                <a:latin typeface="Space Grotesk"/>
                <a:ea typeface="Space Grotesk"/>
                <a:cs typeface="Space Grotesk"/>
              </a:rPr>
              <a:t>Sukses Jakarta untuk Indonesia</a:t>
            </a:r>
          </a:p>
        </p:txBody>
      </p:sp>
      <p:sp>
        <p:nvSpPr>
          <p:cNvPr id="6" name="Unit dan tanggal">
            <a:extLst xmlns:a="http://schemas.openxmlformats.org/drawingml/2006/main">
              <a:ext uri="{FF2B5EF4-FFF2-40B4-BE49-F238E27FC236}">
                <a16:creationId xmlns:a16="http://schemas.microsoft.com/office/drawing/2014/main" id="{4167D724-E103-4889-A98E-712C5273567F}"/>
              </a:ext>
            </a:extLst>
          </p:cNvPr>
          <p:cNvSpPr>
            <a:spLocks xmlns:a="http://schemas.openxmlformats.org/drawingml/2006/main" noGrp="1"/>
          </p:cNvSpPr>
          <p:nvPr>
            <p:ph type="body" idx="3" hasCustomPrompt="1"/>
          </p:nvPr>
        </p:nvSpPr>
        <p:spPr>
          <a:xfrm xmlns:a="http://schemas.openxmlformats.org/drawingml/2006/main">
            <a:off x="609600" y="505777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[Unit kerja]   [Tanggal presentasi]</a:t>
            </a:r>
          </a:p>
        </p:txBody>
      </p:sp>
      <p:sp>
        <p:nvSpPr>
          <p:cNvPr id="7" name="Kontak ig">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CF4A8B42-DF74-48BD-8476-B60AFDC55D9D}"/>
              </a:ext>
            </a:extLst>
          </p:cNvPr>
          <p:cNvSpPr>
            <a:spLocks xmlns:a="http://schemas.openxmlformats.org/drawingml/2006/main" noGrp="1"/>
          </p:cNvSpPr>
          <p:nvPr>
            <p:ph type="body" idx="90" hasCustomPrompt="1"/>
          </p:nvPr>
        </p:nvSpPr>
        <p:spPr>
          <a:xfrm xmlns:a="http://schemas.openxmlformats.org/drawingml/2006/main">
            <a:off x="952500" y="5838825"/>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@jakartautilitas</a:t>
            </a:r>
          </a:p>
        </p:txBody>
      </p:sp>
      <p:sp>
        <p:nvSpPr>
          <p:cNvPr id="8" name="Kontak web">
            <ns0:hlinkClick xmlns:ns0="http://schemas.openxmlformats.org/drawingml/2006/main" xmlns:ns1="http://schemas.openxmlformats.org/officeDocument/2006/relationships" ns1:id="rIdJupContact2"/>
            <a:extLst xmlns:a="http://schemas.openxmlformats.org/drawingml/2006/main">
              <a:ext uri="{FF2B5EF4-FFF2-40B4-BE49-F238E27FC236}">
                <a16:creationId xmlns:a16="http://schemas.microsoft.com/office/drawing/2014/main" id="{10200E4F-63C7-44B6-A9A6-1E4B9CFCF762}"/>
              </a:ext>
            </a:extLst>
          </p:cNvPr>
          <p:cNvSpPr>
            <a:spLocks xmlns:a="http://schemas.openxmlformats.org/drawingml/2006/main" noGrp="1"/>
          </p:cNvSpPr>
          <p:nvPr>
            <p:ph type="body" idx="91" hasCustomPrompt="1"/>
          </p:nvPr>
        </p:nvSpPr>
        <p:spPr>
          <a:xfrm xmlns:a="http://schemas.openxmlformats.org/drawingml/2006/main">
            <a:off x="3771900" y="58388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www.jup.co.id</a:t>
            </a:r>
          </a:p>
        </p:txBody>
      </p:sp>
      <p:sp>
        <p:nvSpPr>
          <p:cNvPr id="9" name="Klasifikasi dokumen">
            <a:extLst xmlns:a="http://schemas.openxmlformats.org/drawingml/2006/main">
              <a:ext uri="{FF2B5EF4-FFF2-40B4-BE49-F238E27FC236}">
                <a16:creationId xmlns:a16="http://schemas.microsoft.com/office/drawing/2014/main" id="{61A7F8FB-1845-4F46-B021-646946781D4C}"/>
              </a:ext>
            </a:extLst>
          </p:cNvPr>
          <p:cNvSpPr>
            <a:spLocks xmlns:a="http://schemas.openxmlformats.org/drawingml/2006/main" noGrp="1"/>
          </p:cNvSpPr>
          <p:nvPr>
            <p:ph type="body" idx="98" hasCustomPrompt="1"/>
          </p:nvPr>
        </p:nvSpPr>
        <p:spPr>
          <a:xfrm xmlns:a="http://schemas.openxmlformats.org/drawingml/2006/main">
            <a:off x="609600" y="63150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[Klasifikasi dokumen]</a:t>
            </a:r>
          </a:p>
        </p:txBody>
      </p:sp>
    </p:spTree>
    <p:extLst>
      <p:ext uri="{BB962C8B-B14F-4D97-AF65-F5344CB8AC3E}">
        <p14:creationId xmlns:p14="http://schemas.microsoft.com/office/powerpoint/2010/main" val="102048049"/>
      </p:ext>
    </p:extLst>
  </p:cSld>
</p:sld>
</file>

<file path=ppt/slides/slide2.xml><?xml version="1.0" encoding="utf-8"?>
<p:sld xmlns:p="http://schemas.openxmlformats.org/presentationml/2006/main">
  <p:cSld name="Sampul korporat">
    <p:bg>
      <p:bgPr>
        <a:solidFill xmlns:a="http://schemas.openxmlformats.org/drawingml/2006/main">
          <a:srgbClr val="011627"/>
        </a:solidFill>
      </p:bgPr>
    </p:bg>
    <p:spTree>
      <p:nvGrpSpPr>
        <p:cNvPr id="1" name=""/>
        <p:cNvGrpSpPr/>
        <p:nvPr/>
      </p:nvGrpSpPr>
      <p:grpSpPr>
        <a:xfrm xmlns:a="http://schemas.openxmlformats.org/drawingml/2006/main"/>
      </p:grpSpPr>
      <p:sp>
        <p:nvSpPr>
          <p:cNvPr id="2" name="Judul presentasi">
            <a:extLst xmlns:a="http://schemas.openxmlformats.org/drawingml/2006/main">
              <a:ext uri="{FF2B5EF4-FFF2-40B4-BE49-F238E27FC236}">
                <a16:creationId xmlns:a16="http://schemas.microsoft.com/office/drawing/2014/main" id="{A0C9F5F0-BDF9-4D7E-9A86-856E22F6FAC3}"/>
              </a:ext>
            </a:extLst>
          </p:cNvPr>
          <p:cNvSpPr>
            <a:spLocks xmlns:a="http://schemas.openxmlformats.org/drawingml/2006/main" noGrp="1"/>
          </p:cNvSpPr>
          <p:nvPr>
            <p:ph type="title" idx="0" hasCustomPrompt="1"/>
          </p:nvPr>
        </p:nvSpPr>
        <p:spPr>
          <a:xfrm xmlns:a="http://schemas.openxmlformats.org/drawingml/2006/main">
            <a:off x="609600" y="2609850"/>
            <a:ext cx="6858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lang="id-ID">
                <a:solidFill>
                  <a:srgbClr val="F0F1F1"/>
                </a:solidFill>
                <a:latin typeface="Space Grotesk"/>
                <a:ea typeface="Space Grotesk"/>
                <a:cs typeface="Space Grotesk"/>
              </a:defRPr>
            </a:pPr>
            <a:r>
              <a:rPr sz="4800" b="1" lang="id-ID">
                <a:solidFill>
                  <a:srgbClr val="F0F1F1"/>
                </a:solidFill>
                <a:latin typeface="Space Grotesk"/>
                <a:ea typeface="Space Grotesk"/>
                <a:cs typeface="Space Grotesk"/>
              </a:rPr>
              <a:t>[Judul presentasi]</a:t>
            </a:r>
          </a:p>
          <a:p xmlns:a="http://schemas.openxmlformats.org/drawingml/2006/main">
            <a:pPr>
              <a:defRPr sz="4800" b="1" lang="id-ID">
                <a:solidFill>
                  <a:srgbClr val="F0F1F1"/>
                </a:solidFill>
                <a:latin typeface="Space Grotesk"/>
                <a:ea typeface="Space Grotesk"/>
                <a:cs typeface="Space Grotesk"/>
              </a:defRPr>
            </a:pPr>
            <a:r>
              <a:rPr sz="4800" b="1" lang="id-ID">
                <a:solidFill>
                  <a:srgbClr val="F0F1F1"/>
                </a:solidFill>
                <a:latin typeface="Space Grotesk"/>
                <a:ea typeface="Space Grotesk"/>
                <a:cs typeface="Space Grotesk"/>
              </a:rPr>
              <a:t>[Baris kedua]</a:t>
            </a:r>
          </a:p>
        </p:txBody>
      </p:sp>
      <p:sp>
        <p:nvSpPr>
          <p:cNvPr id="3" name="Jenis rapat">
            <a:extLst xmlns:a="http://schemas.openxmlformats.org/drawingml/2006/main">
              <a:ext uri="{FF2B5EF4-FFF2-40B4-BE49-F238E27FC236}">
                <a16:creationId xmlns:a16="http://schemas.microsoft.com/office/drawing/2014/main" id="{A84B4695-C6E9-4CA8-8DE3-2AC568B08930}"/>
              </a:ext>
            </a:extLst>
          </p:cNvPr>
          <p:cNvSpPr>
            <a:spLocks xmlns:a="http://schemas.openxmlformats.org/drawingml/2006/main" noGrp="1"/>
          </p:cNvSpPr>
          <p:nvPr>
            <p:ph type="body" idx="2" hasCustomPrompt="1"/>
          </p:nvPr>
        </p:nvSpPr>
        <p:spPr>
          <a:xfrm xmlns:a="http://schemas.openxmlformats.org/drawingml/2006/main">
            <a:off x="609600" y="200025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lang="id-ID">
                <a:solidFill>
                  <a:srgbClr val="F0F1F1"/>
                </a:solidFill>
                <a:latin typeface="Space Grotesk"/>
                <a:ea typeface="Space Grotesk"/>
                <a:cs typeface="Space Grotesk"/>
              </a:defRPr>
            </a:pPr>
            <a:r>
              <a:rPr sz="1500" b="1" lang="id-ID">
                <a:solidFill>
                  <a:srgbClr val="F0F1F1"/>
                </a:solidFill>
                <a:latin typeface="Space Grotesk"/>
                <a:ea typeface="Space Grotesk"/>
                <a:cs typeface="Space Grotesk"/>
              </a:rPr>
              <a:t>[JENIS RAPAT]</a:t>
            </a:r>
          </a:p>
        </p:txBody>
      </p:sp>
      <p:sp>
        <p:nvSpPr>
          <p:cNvPr id="4" name="Nama perusahaan">
            <a:extLst xmlns:a="http://schemas.openxmlformats.org/drawingml/2006/main">
              <a:ext uri="{FF2B5EF4-FFF2-40B4-BE49-F238E27FC236}">
                <a16:creationId xmlns:a16="http://schemas.microsoft.com/office/drawing/2014/main" id="{51931AF3-F7AD-454D-B889-2475D7EE96BF}"/>
              </a:ext>
            </a:extLst>
          </p:cNvPr>
          <p:cNvSpPr>
            <a:spLocks xmlns:a="http://schemas.openxmlformats.org/drawingml/2006/main" noGrp="1"/>
          </p:cNvSpPr>
          <p:nvPr>
            <p:ph type="subtitle" idx="1" hasCustomPrompt="1"/>
          </p:nvPr>
        </p:nvSpPr>
        <p:spPr>
          <a:xfrm xmlns:a="http://schemas.openxmlformats.org/drawingml/2006/main">
            <a:off x="609600" y="44577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lang="id-ID">
                <a:solidFill>
                  <a:srgbClr val="F0F1F1"/>
                </a:solidFill>
                <a:latin typeface="Space Grotesk"/>
                <a:ea typeface="Space Grotesk"/>
                <a:cs typeface="Space Grotesk"/>
              </a:defRPr>
            </a:pPr>
            <a:r>
              <a:rPr sz="2100" b="0" lang="id-ID">
                <a:solidFill>
                  <a:srgbClr val="F0F1F1"/>
                </a:solidFill>
                <a:latin typeface="Space Grotesk"/>
                <a:ea typeface="Space Grotesk"/>
                <a:cs typeface="Space Grotesk"/>
              </a:rPr>
              <a:t>PT Jakarta Utilitas Propertindo</a:t>
            </a:r>
          </a:p>
        </p:txBody>
      </p:sp>
      <p:sp>
        <p:nvSpPr>
          <p:cNvPr id="5" name="Unit dan tanggal">
            <a:extLst xmlns:a="http://schemas.openxmlformats.org/drawingml/2006/main">
              <a:ext uri="{FF2B5EF4-FFF2-40B4-BE49-F238E27FC236}">
                <a16:creationId xmlns:a16="http://schemas.microsoft.com/office/drawing/2014/main" id="{B9BB883C-D6F0-4EDB-82FC-A1D7C7D79355}"/>
              </a:ext>
            </a:extLst>
          </p:cNvPr>
          <p:cNvSpPr>
            <a:spLocks xmlns:a="http://schemas.openxmlformats.org/drawingml/2006/main" noGrp="1"/>
          </p:cNvSpPr>
          <p:nvPr>
            <p:ph type="body" idx="3" hasCustomPrompt="1"/>
          </p:nvPr>
        </p:nvSpPr>
        <p:spPr>
          <a:xfrm xmlns:a="http://schemas.openxmlformats.org/drawingml/2006/main">
            <a:off x="609600" y="505777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F0F1F1"/>
                </a:solidFill>
                <a:latin typeface="Space Grotesk"/>
                <a:ea typeface="Space Grotesk"/>
                <a:cs typeface="Space Grotesk"/>
              </a:defRPr>
            </a:pPr>
            <a:r>
              <a:rPr sz="1650" b="0" lang="id-ID">
                <a:solidFill>
                  <a:srgbClr val="F0F1F1"/>
                </a:solidFill>
                <a:latin typeface="Space Grotesk"/>
                <a:ea typeface="Space Grotesk"/>
                <a:cs typeface="Space Grotesk"/>
              </a:rPr>
              <a:t>[Unit kerja]   [Tanggal presentasi]</a:t>
            </a:r>
          </a:p>
        </p:txBody>
      </p:sp>
      <p:sp>
        <p:nvSpPr>
          <p:cNvPr id="6" name="Kontak ig">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C76829AD-3766-4169-BC29-8D66239D91D8}"/>
              </a:ext>
            </a:extLst>
          </p:cNvPr>
          <p:cNvSpPr>
            <a:spLocks xmlns:a="http://schemas.openxmlformats.org/drawingml/2006/main" noGrp="1"/>
          </p:cNvSpPr>
          <p:nvPr>
            <p:ph type="body" idx="90" hasCustomPrompt="1"/>
          </p:nvPr>
        </p:nvSpPr>
        <p:spPr>
          <a:xfrm xmlns:a="http://schemas.openxmlformats.org/drawingml/2006/main">
            <a:off x="952500" y="5838825"/>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@jakartautilitas</a:t>
            </a:r>
          </a:p>
        </p:txBody>
      </p:sp>
      <p:sp>
        <p:nvSpPr>
          <p:cNvPr id="7" name="Kontak web">
            <ns0:hlinkClick xmlns:ns0="http://schemas.openxmlformats.org/drawingml/2006/main" xmlns:ns1="http://schemas.openxmlformats.org/officeDocument/2006/relationships" ns1:id="rIdJupContact2"/>
            <a:extLst xmlns:a="http://schemas.openxmlformats.org/drawingml/2006/main">
              <a:ext uri="{FF2B5EF4-FFF2-40B4-BE49-F238E27FC236}">
                <a16:creationId xmlns:a16="http://schemas.microsoft.com/office/drawing/2014/main" id="{005E689E-BB14-4B48-9504-55B67AFEB01B}"/>
              </a:ext>
            </a:extLst>
          </p:cNvPr>
          <p:cNvSpPr>
            <a:spLocks xmlns:a="http://schemas.openxmlformats.org/drawingml/2006/main" noGrp="1"/>
          </p:cNvSpPr>
          <p:nvPr>
            <p:ph type="body" idx="91" hasCustomPrompt="1"/>
          </p:nvPr>
        </p:nvSpPr>
        <p:spPr>
          <a:xfrm xmlns:a="http://schemas.openxmlformats.org/drawingml/2006/main">
            <a:off x="3771900" y="58388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www.jup.co.id</a:t>
            </a:r>
          </a:p>
        </p:txBody>
      </p:sp>
      <p:sp>
        <p:nvSpPr>
          <p:cNvPr id="8" name="Klasifikasi dokumen">
            <a:extLst xmlns:a="http://schemas.openxmlformats.org/drawingml/2006/main">
              <a:ext uri="{FF2B5EF4-FFF2-40B4-BE49-F238E27FC236}">
                <a16:creationId xmlns:a16="http://schemas.microsoft.com/office/drawing/2014/main" id="{73242C3E-2CD0-48A0-A691-3CE25454CEFC}"/>
              </a:ext>
            </a:extLst>
          </p:cNvPr>
          <p:cNvSpPr>
            <a:spLocks xmlns:a="http://schemas.openxmlformats.org/drawingml/2006/main" noGrp="1"/>
          </p:cNvSpPr>
          <p:nvPr>
            <p:ph type="body" idx="98" hasCustomPrompt="1"/>
          </p:nvPr>
        </p:nvSpPr>
        <p:spPr>
          <a:xfrm xmlns:a="http://schemas.openxmlformats.org/drawingml/2006/main">
            <a:off x="609600" y="63150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F0F1F1"/>
                </a:solidFill>
                <a:latin typeface="Space Grotesk"/>
                <a:ea typeface="Space Grotesk"/>
                <a:cs typeface="Space Grotesk"/>
              </a:defRPr>
            </a:pPr>
            <a:r>
              <a:rPr sz="1200" b="0" lang="id-ID">
                <a:solidFill>
                  <a:srgbClr val="F0F1F1"/>
                </a:solidFill>
                <a:latin typeface="Space Grotesk"/>
                <a:ea typeface="Space Grotesk"/>
                <a:cs typeface="Space Grotesk"/>
              </a:rPr>
              <a:t>[Klasifikasi dokumen]</a:t>
            </a:r>
          </a:p>
        </p:txBody>
      </p:sp>
      <p:sp>
        <p:nvSpPr>
          <p:cNvPr id="109" name="Bidang putih logo JUP"/>
          <p:cNvSpPr>
            <a:spLocks xmlns:a="http://schemas.openxmlformats.org/drawingml/2006/main" noGrp="1"/>
          </p:cNvSpPr>
          <p:nvPr/>
        </p:nvSpPr>
        <p:spPr>
          <a:xfrm xmlns:a="http://schemas.openxmlformats.org/drawingml/2006/main">
            <a:off x="647700" y="400050"/>
            <a:ext cx="3048000" cy="102839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110" name="" descr="Dark.png dari pengguna; proporsi dan berkas gambar asli dipertahankan"/>
          <p:cNvPicPr>
            <a:picLocks xmlns:a="http://schemas.openxmlformats.org/drawingml/2006/main" noChangeAspect="1"/>
          </p:cNvPicPr>
          <p:nvPr/>
        </p:nvPicPr>
        <p:blipFill>
          <a:blip xmlns:r="http://schemas.openxmlformats.org/officeDocument/2006/relationships" xmlns:a="http://schemas.openxmlformats.org/drawingml/2006/main" r:embed="rIdJupDarkLogoExample"/>
          <a:stretch xmlns:a="http://schemas.openxmlformats.org/drawingml/2006/main"/>
        </p:blipFill>
        <p:spPr>
          <a:xfrm xmlns:a="http://schemas.openxmlformats.org/drawingml/2006/main">
            <a:off x="647700" y="400050"/>
            <a:ext cx="3048000" cy="1028390"/>
          </a:xfrm>
          <a:prstGeom xmlns:a="http://schemas.openxmlformats.org/drawingml/2006/main" prst="rect">
            <a:avLst/>
          </a:prstGeom>
        </p:spPr>
      </p:pic>
    </p:spTree>
    <p:extLst>
      <p:ext uri="{BB962C8B-B14F-4D97-AF65-F5344CB8AC3E}">
        <p14:creationId xmlns:p14="http://schemas.microsoft.com/office/powerpoint/2010/main" val="987865107"/>
      </p:ext>
    </p:extLst>
  </p:cSld>
</p:sld>
</file>

<file path=ppt/slides/slide3.xml><?xml version="1.0" encoding="utf-8"?>
<p:sld xmlns:p="http://schemas.openxmlformats.org/presentationml/2006/main">
  <p:cSld name="Agenda">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D548BCD2-57C0-4D93-BC25-742630FFE993}"/>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Agenda pembahasan</a:t>
            </a:r>
          </a:p>
        </p:txBody>
      </p:sp>
      <p:sp>
        <p:nvSpPr>
          <p:cNvPr id="3" name="Bagian">
            <a:extLst xmlns:a="http://schemas.openxmlformats.org/drawingml/2006/main">
              <a:ext uri="{FF2B5EF4-FFF2-40B4-BE49-F238E27FC236}">
                <a16:creationId xmlns:a16="http://schemas.microsoft.com/office/drawing/2014/main" id="{D2371F72-267F-4DC7-89B0-C7AC32219196}"/>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PEMBAHASAN</a:t>
            </a:r>
          </a:p>
        </p:txBody>
      </p:sp>
      <p:sp>
        <p:nvSpPr>
          <p:cNvPr id="4"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FB8C9CD9-52B5-4E4F-8F69-9351B4DF4178}"/>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5" name="Isian 3">
            <a:extLst xmlns:a="http://schemas.openxmlformats.org/drawingml/2006/main">
              <a:ext uri="{FF2B5EF4-FFF2-40B4-BE49-F238E27FC236}">
                <a16:creationId xmlns:a16="http://schemas.microsoft.com/office/drawing/2014/main" id="{488B387C-DA93-4C59-9730-1A98C7CC549A}"/>
              </a:ext>
            </a:extLst>
          </p:cNvPr>
          <p:cNvSpPr>
            <a:spLocks xmlns:a="http://schemas.openxmlformats.org/drawingml/2006/main" noGrp="1"/>
          </p:cNvSpPr>
          <p:nvPr>
            <p:ph type="body" idx="3" hasCustomPrompt="1"/>
          </p:nvPr>
        </p:nvSpPr>
        <p:spPr>
          <a:xfrm xmlns:a="http://schemas.openxmlformats.org/drawingml/2006/main">
            <a:off x="609600" y="24193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04999"/>
                </a:solidFill>
                <a:latin typeface="Space Grotesk"/>
                <a:ea typeface="Space Grotesk"/>
                <a:cs typeface="Space Grotesk"/>
              </a:defRPr>
            </a:pPr>
            <a:r>
              <a:rPr sz="2700" b="1" lang="id-ID">
                <a:solidFill>
                  <a:srgbClr val="004999"/>
                </a:solidFill>
                <a:latin typeface="Space Grotesk"/>
                <a:ea typeface="Space Grotesk"/>
                <a:cs typeface="Space Grotesk"/>
              </a:rPr>
              <a:t>01</a:t>
            </a:r>
          </a:p>
        </p:txBody>
      </p:sp>
      <p:sp>
        <p:nvSpPr>
          <p:cNvPr id="6" name="Isian 4">
            <a:extLst xmlns:a="http://schemas.openxmlformats.org/drawingml/2006/main">
              <a:ext uri="{FF2B5EF4-FFF2-40B4-BE49-F238E27FC236}">
                <a16:creationId xmlns:a16="http://schemas.microsoft.com/office/drawing/2014/main" id="{A7BC5401-3692-405C-8F83-341BA229E9E1}"/>
              </a:ext>
            </a:extLst>
          </p:cNvPr>
          <p:cNvSpPr>
            <a:spLocks xmlns:a="http://schemas.openxmlformats.org/drawingml/2006/main" noGrp="1"/>
          </p:cNvSpPr>
          <p:nvPr>
            <p:ph type="body" idx="4" hasCustomPrompt="1"/>
          </p:nvPr>
        </p:nvSpPr>
        <p:spPr>
          <a:xfrm xmlns:a="http://schemas.openxmlformats.org/drawingml/2006/main">
            <a:off x="1676400" y="245745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011627"/>
                </a:solidFill>
                <a:latin typeface="Space Grotesk"/>
                <a:ea typeface="Space Grotesk"/>
                <a:cs typeface="Space Grotesk"/>
              </a:defRPr>
            </a:pPr>
            <a:r>
              <a:rPr sz="2250" b="0" lang="id-ID">
                <a:solidFill>
                  <a:srgbClr val="011627"/>
                </a:solidFill>
                <a:latin typeface="Space Grotesk"/>
                <a:ea typeface="Space Grotesk"/>
                <a:cs typeface="Space Grotesk"/>
              </a:rPr>
              <a:t>[Konteks dan tujuan]</a:t>
            </a:r>
          </a:p>
        </p:txBody>
      </p:sp>
      <p:sp>
        <p:nvSpPr>
          <p:cNvPr id="7" name="Isian 5">
            <a:extLst xmlns:a="http://schemas.openxmlformats.org/drawingml/2006/main">
              <a:ext uri="{FF2B5EF4-FFF2-40B4-BE49-F238E27FC236}">
                <a16:creationId xmlns:a16="http://schemas.microsoft.com/office/drawing/2014/main" id="{B00A8E90-580E-46C4-AA0B-2CBE8DA0B318}"/>
              </a:ext>
            </a:extLst>
          </p:cNvPr>
          <p:cNvSpPr>
            <a:spLocks xmlns:a="http://schemas.openxmlformats.org/drawingml/2006/main" noGrp="1"/>
          </p:cNvSpPr>
          <p:nvPr>
            <p:ph type="body" idx="5" hasCustomPrompt="1"/>
          </p:nvPr>
        </p:nvSpPr>
        <p:spPr>
          <a:xfrm xmlns:a="http://schemas.openxmlformats.org/drawingml/2006/main">
            <a:off x="609600" y="32194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04999"/>
                </a:solidFill>
                <a:latin typeface="Space Grotesk"/>
                <a:ea typeface="Space Grotesk"/>
                <a:cs typeface="Space Grotesk"/>
              </a:defRPr>
            </a:pPr>
            <a:r>
              <a:rPr sz="2700" b="1" lang="id-ID">
                <a:solidFill>
                  <a:srgbClr val="004999"/>
                </a:solidFill>
                <a:latin typeface="Space Grotesk"/>
                <a:ea typeface="Space Grotesk"/>
                <a:cs typeface="Space Grotesk"/>
              </a:rPr>
              <a:t>02</a:t>
            </a:r>
          </a:p>
        </p:txBody>
      </p:sp>
      <p:sp>
        <p:nvSpPr>
          <p:cNvPr id="8" name="Isian 6">
            <a:extLst xmlns:a="http://schemas.openxmlformats.org/drawingml/2006/main">
              <a:ext uri="{FF2B5EF4-FFF2-40B4-BE49-F238E27FC236}">
                <a16:creationId xmlns:a16="http://schemas.microsoft.com/office/drawing/2014/main" id="{7FEC6ACA-7838-4645-B813-1473811D11C3}"/>
              </a:ext>
            </a:extLst>
          </p:cNvPr>
          <p:cNvSpPr>
            <a:spLocks xmlns:a="http://schemas.openxmlformats.org/drawingml/2006/main" noGrp="1"/>
          </p:cNvSpPr>
          <p:nvPr>
            <p:ph type="body" idx="6" hasCustomPrompt="1"/>
          </p:nvPr>
        </p:nvSpPr>
        <p:spPr>
          <a:xfrm xmlns:a="http://schemas.openxmlformats.org/drawingml/2006/main">
            <a:off x="1676400" y="325755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011627"/>
                </a:solidFill>
                <a:latin typeface="Space Grotesk"/>
                <a:ea typeface="Space Grotesk"/>
                <a:cs typeface="Space Grotesk"/>
              </a:defRPr>
            </a:pPr>
            <a:r>
              <a:rPr sz="2250" b="0" lang="id-ID">
                <a:solidFill>
                  <a:srgbClr val="011627"/>
                </a:solidFill>
                <a:latin typeface="Space Grotesk"/>
                <a:ea typeface="Space Grotesk"/>
                <a:cs typeface="Space Grotesk"/>
              </a:rPr>
              <a:t>[Kinerja dan temuan]</a:t>
            </a:r>
          </a:p>
        </p:txBody>
      </p:sp>
      <p:sp>
        <p:nvSpPr>
          <p:cNvPr id="9" name="Isian 7">
            <a:extLst xmlns:a="http://schemas.openxmlformats.org/drawingml/2006/main">
              <a:ext uri="{FF2B5EF4-FFF2-40B4-BE49-F238E27FC236}">
                <a16:creationId xmlns:a16="http://schemas.microsoft.com/office/drawing/2014/main" id="{5E362641-6C2B-4F1D-8446-BE6741F6CF42}"/>
              </a:ext>
            </a:extLst>
          </p:cNvPr>
          <p:cNvSpPr>
            <a:spLocks xmlns:a="http://schemas.openxmlformats.org/drawingml/2006/main" noGrp="1"/>
          </p:cNvSpPr>
          <p:nvPr>
            <p:ph type="body" idx="7" hasCustomPrompt="1"/>
          </p:nvPr>
        </p:nvSpPr>
        <p:spPr>
          <a:xfrm xmlns:a="http://schemas.openxmlformats.org/drawingml/2006/main">
            <a:off x="609600" y="40195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04999"/>
                </a:solidFill>
                <a:latin typeface="Space Grotesk"/>
                <a:ea typeface="Space Grotesk"/>
                <a:cs typeface="Space Grotesk"/>
              </a:defRPr>
            </a:pPr>
            <a:r>
              <a:rPr sz="2700" b="1" lang="id-ID">
                <a:solidFill>
                  <a:srgbClr val="004999"/>
                </a:solidFill>
                <a:latin typeface="Space Grotesk"/>
                <a:ea typeface="Space Grotesk"/>
                <a:cs typeface="Space Grotesk"/>
              </a:rPr>
              <a:t>03</a:t>
            </a:r>
          </a:p>
        </p:txBody>
      </p:sp>
      <p:sp>
        <p:nvSpPr>
          <p:cNvPr id="10" name="Isian 8">
            <a:extLst xmlns:a="http://schemas.openxmlformats.org/drawingml/2006/main">
              <a:ext uri="{FF2B5EF4-FFF2-40B4-BE49-F238E27FC236}">
                <a16:creationId xmlns:a16="http://schemas.microsoft.com/office/drawing/2014/main" id="{AE06F046-B02D-44A1-9F50-06C1C48BD500}"/>
              </a:ext>
            </a:extLst>
          </p:cNvPr>
          <p:cNvSpPr>
            <a:spLocks xmlns:a="http://schemas.openxmlformats.org/drawingml/2006/main" noGrp="1"/>
          </p:cNvSpPr>
          <p:nvPr>
            <p:ph type="body" idx="8" hasCustomPrompt="1"/>
          </p:nvPr>
        </p:nvSpPr>
        <p:spPr>
          <a:xfrm xmlns:a="http://schemas.openxmlformats.org/drawingml/2006/main">
            <a:off x="1676400" y="405765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011627"/>
                </a:solidFill>
                <a:latin typeface="Space Grotesk"/>
                <a:ea typeface="Space Grotesk"/>
                <a:cs typeface="Space Grotesk"/>
              </a:defRPr>
            </a:pPr>
            <a:r>
              <a:rPr sz="2250" b="0" lang="id-ID">
                <a:solidFill>
                  <a:srgbClr val="011627"/>
                </a:solidFill>
                <a:latin typeface="Space Grotesk"/>
                <a:ea typeface="Space Grotesk"/>
                <a:cs typeface="Space Grotesk"/>
              </a:rPr>
              <a:t>[Rencana pelaksanaan]</a:t>
            </a:r>
          </a:p>
        </p:txBody>
      </p:sp>
      <p:sp>
        <p:nvSpPr>
          <p:cNvPr id="11" name="Isian 9">
            <a:extLst xmlns:a="http://schemas.openxmlformats.org/drawingml/2006/main">
              <a:ext uri="{FF2B5EF4-FFF2-40B4-BE49-F238E27FC236}">
                <a16:creationId xmlns:a16="http://schemas.microsoft.com/office/drawing/2014/main" id="{0936094D-D343-4A1D-BA63-7BB8D1F09E0F}"/>
              </a:ext>
            </a:extLst>
          </p:cNvPr>
          <p:cNvSpPr>
            <a:spLocks xmlns:a="http://schemas.openxmlformats.org/drawingml/2006/main" noGrp="1"/>
          </p:cNvSpPr>
          <p:nvPr>
            <p:ph type="body" idx="9" hasCustomPrompt="1"/>
          </p:nvPr>
        </p:nvSpPr>
        <p:spPr>
          <a:xfrm xmlns:a="http://schemas.openxmlformats.org/drawingml/2006/main">
            <a:off x="609600" y="4819650"/>
            <a:ext cx="85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04999"/>
                </a:solidFill>
                <a:latin typeface="Space Grotesk"/>
                <a:ea typeface="Space Grotesk"/>
                <a:cs typeface="Space Grotesk"/>
              </a:defRPr>
            </a:pPr>
            <a:r>
              <a:rPr sz="2700" b="1" lang="id-ID">
                <a:solidFill>
                  <a:srgbClr val="004999"/>
                </a:solidFill>
                <a:latin typeface="Space Grotesk"/>
                <a:ea typeface="Space Grotesk"/>
                <a:cs typeface="Space Grotesk"/>
              </a:rPr>
              <a:t>04</a:t>
            </a:r>
          </a:p>
        </p:txBody>
      </p:sp>
      <p:sp>
        <p:nvSpPr>
          <p:cNvPr id="12" name="Isian 10">
            <a:extLst xmlns:a="http://schemas.openxmlformats.org/drawingml/2006/main">
              <a:ext uri="{FF2B5EF4-FFF2-40B4-BE49-F238E27FC236}">
                <a16:creationId xmlns:a16="http://schemas.microsoft.com/office/drawing/2014/main" id="{1781BDE7-0E14-47AE-9A68-E09EBC094F45}"/>
              </a:ext>
            </a:extLst>
          </p:cNvPr>
          <p:cNvSpPr>
            <a:spLocks xmlns:a="http://schemas.openxmlformats.org/drawingml/2006/main" noGrp="1"/>
          </p:cNvSpPr>
          <p:nvPr>
            <p:ph type="body" idx="10" hasCustomPrompt="1"/>
          </p:nvPr>
        </p:nvSpPr>
        <p:spPr>
          <a:xfrm xmlns:a="http://schemas.openxmlformats.org/drawingml/2006/main">
            <a:off x="1676400" y="4857750"/>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011627"/>
                </a:solidFill>
                <a:latin typeface="Space Grotesk"/>
                <a:ea typeface="Space Grotesk"/>
                <a:cs typeface="Space Grotesk"/>
              </a:defRPr>
            </a:pPr>
            <a:r>
              <a:rPr sz="2250" b="0" lang="id-ID">
                <a:solidFill>
                  <a:srgbClr val="011627"/>
                </a:solidFill>
                <a:latin typeface="Space Grotesk"/>
                <a:ea typeface="Space Grotesk"/>
                <a:cs typeface="Space Grotesk"/>
              </a:rPr>
              <a:t>[Keputusan yang diperlukan]</a:t>
            </a:r>
          </a:p>
        </p:txBody>
      </p:sp>
      <p:sp>
        <p:nvSpPr>
          <p:cNvPr id="13" name="Klasifikasi dokumen">
            <a:extLst xmlns:a="http://schemas.openxmlformats.org/drawingml/2006/main">
              <a:ext uri="{FF2B5EF4-FFF2-40B4-BE49-F238E27FC236}">
                <a16:creationId xmlns:a16="http://schemas.microsoft.com/office/drawing/2014/main" id="{94301D7C-5EFD-4921-91E9-056E09B6C720}"/>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Nomor slide">
            <a:extLst xmlns:a="http://schemas.openxmlformats.org/drawingml/2006/main">
              <a:ext uri="{FF2B5EF4-FFF2-40B4-BE49-F238E27FC236}">
                <a16:creationId xmlns:a16="http://schemas.microsoft.com/office/drawing/2014/main" id="{7179BDDD-AF6D-4840-A4A5-B9A134625D74}"/>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40F64542-D874-4FD8-BC4C-D345FA0050F8}" type="slidenum">
              <a:rPr sz="1200" b="0" lang="id-ID">
                <a:solidFill>
                  <a:srgbClr val="536679"/>
                </a:solidFill>
                <a:latin typeface="Space Grotesk"/>
                <a:ea typeface="Space Grotesk"/>
                <a:cs typeface="Space Grotesk"/>
              </a:rPr>
              <a:t>3</a:t>
            </a:fld>
          </a:p>
        </p:txBody>
      </p:sp>
    </p:spTree>
    <p:extLst>
      <p:ext uri="{BB962C8B-B14F-4D97-AF65-F5344CB8AC3E}">
        <p14:creationId xmlns:p14="http://schemas.microsoft.com/office/powerpoint/2010/main" val="632521010"/>
      </p:ext>
    </p:extLst>
  </p:cSld>
</p:sld>
</file>

<file path=ppt/slides/slide4.xml><?xml version="1.0" encoding="utf-8"?>
<p:sld xmlns:p="http://schemas.openxmlformats.org/presentationml/2006/main">
  <p:cSld name="Ringkasan eksekutif">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6088D96C-1385-4533-B686-4D8072EE96F4}"/>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Ringkasan eksekutif</a:t>
            </a:r>
          </a:p>
        </p:txBody>
      </p:sp>
      <p:sp>
        <p:nvSpPr>
          <p:cNvPr id="3" name="Bagian">
            <a:extLst xmlns:a="http://schemas.openxmlformats.org/drawingml/2006/main">
              <a:ext uri="{FF2B5EF4-FFF2-40B4-BE49-F238E27FC236}">
                <a16:creationId xmlns:a16="http://schemas.microsoft.com/office/drawing/2014/main" id="{88137CDE-A592-4F05-BC69-896CD0AFF330}"/>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RINGKASAN</a:t>
            </a:r>
          </a:p>
        </p:txBody>
      </p:sp>
      <p:sp>
        <p:nvSpPr>
          <p:cNvPr id="4" name="Konteks">
            <a:extLst xmlns:a="http://schemas.openxmlformats.org/drawingml/2006/main">
              <a:ext uri="{FF2B5EF4-FFF2-40B4-BE49-F238E27FC236}">
                <a16:creationId xmlns:a16="http://schemas.microsoft.com/office/drawing/2014/main" id="{C3702D1E-3855-4C1F-90BA-30251B662B69}"/>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[Ringkasan kondisi terkini dan dampaknya bagi perusahaan]</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C2C54C1D-D16D-4683-9C06-B21261AF3297}"/>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Isian 3">
            <a:extLst xmlns:a="http://schemas.openxmlformats.org/drawingml/2006/main">
              <a:ext uri="{FF2B5EF4-FFF2-40B4-BE49-F238E27FC236}">
                <a16:creationId xmlns:a16="http://schemas.microsoft.com/office/drawing/2014/main" id="{B3CF946A-1D45-469B-A943-42E3BF483643}"/>
              </a:ext>
            </a:extLst>
          </p:cNvPr>
          <p:cNvSpPr>
            <a:spLocks xmlns:a="http://schemas.openxmlformats.org/drawingml/2006/main" noGrp="1"/>
          </p:cNvSpPr>
          <p:nvPr>
            <p:ph type="body" idx="3" hasCustomPrompt="1"/>
          </p:nvPr>
        </p:nvSpPr>
        <p:spPr>
          <a:xfrm xmlns:a="http://schemas.openxmlformats.org/drawingml/2006/main">
            <a:off x="609600" y="280035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01</a:t>
            </a:r>
          </a:p>
        </p:txBody>
      </p:sp>
      <p:sp>
        <p:nvSpPr>
          <p:cNvPr id="7" name="Isian 4">
            <a:extLst xmlns:a="http://schemas.openxmlformats.org/drawingml/2006/main">
              <a:ext uri="{FF2B5EF4-FFF2-40B4-BE49-F238E27FC236}">
                <a16:creationId xmlns:a16="http://schemas.microsoft.com/office/drawing/2014/main" id="{1E37806F-503F-44CE-BCFB-36A109663BE3}"/>
              </a:ext>
            </a:extLst>
          </p:cNvPr>
          <p:cNvSpPr>
            <a:spLocks xmlns:a="http://schemas.openxmlformats.org/drawingml/2006/main" noGrp="1"/>
          </p:cNvSpPr>
          <p:nvPr>
            <p:ph type="body" idx="4" hasCustomPrompt="1"/>
          </p:nvPr>
        </p:nvSpPr>
        <p:spPr>
          <a:xfrm xmlns:a="http://schemas.openxmlformats.org/drawingml/2006/main">
            <a:off x="1524000" y="2800350"/>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Kondisi terkini</a:t>
            </a:r>
          </a:p>
        </p:txBody>
      </p:sp>
      <p:sp>
        <p:nvSpPr>
          <p:cNvPr id="8" name="Isian 5">
            <a:extLst xmlns:a="http://schemas.openxmlformats.org/drawingml/2006/main">
              <a:ext uri="{FF2B5EF4-FFF2-40B4-BE49-F238E27FC236}">
                <a16:creationId xmlns:a16="http://schemas.microsoft.com/office/drawing/2014/main" id="{DC12E88C-C2F2-467A-8024-E7FAE645714B}"/>
              </a:ext>
            </a:extLst>
          </p:cNvPr>
          <p:cNvSpPr>
            <a:spLocks xmlns:a="http://schemas.openxmlformats.org/drawingml/2006/main" noGrp="1"/>
          </p:cNvSpPr>
          <p:nvPr>
            <p:ph type="body" idx="5" hasCustomPrompt="1"/>
          </p:nvPr>
        </p:nvSpPr>
        <p:spPr>
          <a:xfrm xmlns:a="http://schemas.openxmlformats.org/drawingml/2006/main">
            <a:off x="4572000" y="2800350"/>
            <a:ext cx="701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[Fakta utama dan bukti pendukung]</a:t>
            </a:r>
          </a:p>
        </p:txBody>
      </p:sp>
      <p:sp>
        <p:nvSpPr>
          <p:cNvPr id="9" name="Isian 6">
            <a:extLst xmlns:a="http://schemas.openxmlformats.org/drawingml/2006/main">
              <a:ext uri="{FF2B5EF4-FFF2-40B4-BE49-F238E27FC236}">
                <a16:creationId xmlns:a16="http://schemas.microsoft.com/office/drawing/2014/main" id="{92A03622-44E2-4758-AE3F-C9855611AD7F}"/>
              </a:ext>
            </a:extLst>
          </p:cNvPr>
          <p:cNvSpPr>
            <a:spLocks xmlns:a="http://schemas.openxmlformats.org/drawingml/2006/main" noGrp="1"/>
          </p:cNvSpPr>
          <p:nvPr>
            <p:ph type="body" idx="6" hasCustomPrompt="1"/>
          </p:nvPr>
        </p:nvSpPr>
        <p:spPr>
          <a:xfrm xmlns:a="http://schemas.openxmlformats.org/drawingml/2006/main">
            <a:off x="609600" y="361950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02</a:t>
            </a:r>
          </a:p>
        </p:txBody>
      </p:sp>
      <p:sp>
        <p:nvSpPr>
          <p:cNvPr id="10" name="Isian 7">
            <a:extLst xmlns:a="http://schemas.openxmlformats.org/drawingml/2006/main">
              <a:ext uri="{FF2B5EF4-FFF2-40B4-BE49-F238E27FC236}">
                <a16:creationId xmlns:a16="http://schemas.microsoft.com/office/drawing/2014/main" id="{D0D4A74E-D4CC-4FA1-972A-71226BC7844E}"/>
              </a:ext>
            </a:extLst>
          </p:cNvPr>
          <p:cNvSpPr>
            <a:spLocks xmlns:a="http://schemas.openxmlformats.org/drawingml/2006/main" noGrp="1"/>
          </p:cNvSpPr>
          <p:nvPr>
            <p:ph type="body" idx="7" hasCustomPrompt="1"/>
          </p:nvPr>
        </p:nvSpPr>
        <p:spPr>
          <a:xfrm xmlns:a="http://schemas.openxmlformats.org/drawingml/2006/main">
            <a:off x="1524000" y="3619500"/>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Dampak bisnis</a:t>
            </a:r>
          </a:p>
        </p:txBody>
      </p:sp>
      <p:sp>
        <p:nvSpPr>
          <p:cNvPr id="11" name="Isian 8">
            <a:extLst xmlns:a="http://schemas.openxmlformats.org/drawingml/2006/main">
              <a:ext uri="{FF2B5EF4-FFF2-40B4-BE49-F238E27FC236}">
                <a16:creationId xmlns:a16="http://schemas.microsoft.com/office/drawing/2014/main" id="{38E38CC0-665C-4CF0-80B1-C2D5BD9CFF74}"/>
              </a:ext>
            </a:extLst>
          </p:cNvPr>
          <p:cNvSpPr>
            <a:spLocks xmlns:a="http://schemas.openxmlformats.org/drawingml/2006/main" noGrp="1"/>
          </p:cNvSpPr>
          <p:nvPr>
            <p:ph type="body" idx="8" hasCustomPrompt="1"/>
          </p:nvPr>
        </p:nvSpPr>
        <p:spPr>
          <a:xfrm xmlns:a="http://schemas.openxmlformats.org/drawingml/2006/main">
            <a:off x="4572000" y="3619500"/>
            <a:ext cx="701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[Dampak terhadap layanan, keuangan, atau pencapaian target]</a:t>
            </a:r>
          </a:p>
        </p:txBody>
      </p:sp>
      <p:sp>
        <p:nvSpPr>
          <p:cNvPr id="12" name="Isian 9">
            <a:extLst xmlns:a="http://schemas.openxmlformats.org/drawingml/2006/main">
              <a:ext uri="{FF2B5EF4-FFF2-40B4-BE49-F238E27FC236}">
                <a16:creationId xmlns:a16="http://schemas.microsoft.com/office/drawing/2014/main" id="{385E28C5-BEE2-47E1-A57B-9601181B16F3}"/>
              </a:ext>
            </a:extLst>
          </p:cNvPr>
          <p:cNvSpPr>
            <a:spLocks xmlns:a="http://schemas.openxmlformats.org/drawingml/2006/main" noGrp="1"/>
          </p:cNvSpPr>
          <p:nvPr>
            <p:ph type="body" idx="9" hasCustomPrompt="1"/>
          </p:nvPr>
        </p:nvSpPr>
        <p:spPr>
          <a:xfrm xmlns:a="http://schemas.openxmlformats.org/drawingml/2006/main">
            <a:off x="609600" y="4438650"/>
            <a:ext cx="647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03</a:t>
            </a:r>
          </a:p>
        </p:txBody>
      </p:sp>
      <p:sp>
        <p:nvSpPr>
          <p:cNvPr id="13" name="Isian 10">
            <a:extLst xmlns:a="http://schemas.openxmlformats.org/drawingml/2006/main">
              <a:ext uri="{FF2B5EF4-FFF2-40B4-BE49-F238E27FC236}">
                <a16:creationId xmlns:a16="http://schemas.microsoft.com/office/drawing/2014/main" id="{62905DA3-B872-48C7-BE2B-EC90A96F3DAF}"/>
              </a:ext>
            </a:extLst>
          </p:cNvPr>
          <p:cNvSpPr>
            <a:spLocks xmlns:a="http://schemas.openxmlformats.org/drawingml/2006/main" noGrp="1"/>
          </p:cNvSpPr>
          <p:nvPr>
            <p:ph type="body" idx="10" hasCustomPrompt="1"/>
          </p:nvPr>
        </p:nvSpPr>
        <p:spPr>
          <a:xfrm xmlns:a="http://schemas.openxmlformats.org/drawingml/2006/main">
            <a:off x="1524000" y="4438650"/>
            <a:ext cx="281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Prioritas tindakan</a:t>
            </a:r>
          </a:p>
        </p:txBody>
      </p:sp>
      <p:sp>
        <p:nvSpPr>
          <p:cNvPr id="14" name="Isian 11">
            <a:extLst xmlns:a="http://schemas.openxmlformats.org/drawingml/2006/main">
              <a:ext uri="{FF2B5EF4-FFF2-40B4-BE49-F238E27FC236}">
                <a16:creationId xmlns:a16="http://schemas.microsoft.com/office/drawing/2014/main" id="{8240BBE7-55D3-4D90-AB23-C7FFA2E67E5C}"/>
              </a:ext>
            </a:extLst>
          </p:cNvPr>
          <p:cNvSpPr>
            <a:spLocks xmlns:a="http://schemas.openxmlformats.org/drawingml/2006/main" noGrp="1"/>
          </p:cNvSpPr>
          <p:nvPr>
            <p:ph type="body" idx="11" hasCustomPrompt="1"/>
          </p:nvPr>
        </p:nvSpPr>
        <p:spPr>
          <a:xfrm xmlns:a="http://schemas.openxmlformats.org/drawingml/2006/main">
            <a:off x="4572000" y="4438650"/>
            <a:ext cx="701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[Tindakan, penanggung jawab, dan batas waktu]</a:t>
            </a:r>
          </a:p>
        </p:txBody>
      </p:sp>
      <p:sp>
        <p:nvSpPr>
          <p:cNvPr id="15" name="Sumber dan periode">
            <a:extLst xmlns:a="http://schemas.openxmlformats.org/drawingml/2006/main">
              <a:ext uri="{FF2B5EF4-FFF2-40B4-BE49-F238E27FC236}">
                <a16:creationId xmlns:a16="http://schemas.microsoft.com/office/drawing/2014/main" id="{3CFCF3A5-05A9-4E43-9F5A-47C25CBD44DD}"/>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[dokumen atau sistem]. Periode: [bulan tahun].</a:t>
            </a:r>
          </a:p>
        </p:txBody>
      </p:sp>
      <p:sp>
        <p:nvSpPr>
          <p:cNvPr id="16" name="Klasifikasi dokumen">
            <a:extLst xmlns:a="http://schemas.openxmlformats.org/drawingml/2006/main">
              <a:ext uri="{FF2B5EF4-FFF2-40B4-BE49-F238E27FC236}">
                <a16:creationId xmlns:a16="http://schemas.microsoft.com/office/drawing/2014/main" id="{6457CAC9-BF0D-44DB-A35B-B1295342B9FC}"/>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7" name="Nomor slide">
            <a:extLst xmlns:a="http://schemas.openxmlformats.org/drawingml/2006/main">
              <a:ext uri="{FF2B5EF4-FFF2-40B4-BE49-F238E27FC236}">
                <a16:creationId xmlns:a16="http://schemas.microsoft.com/office/drawing/2014/main" id="{C9ABA283-1172-4697-A7DF-38E57D85D0FF}"/>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E2402C0B-A166-4054-8891-0D1745CB7E0C}" type="slidenum">
              <a:rPr sz="1200" b="0" lang="id-ID">
                <a:solidFill>
                  <a:srgbClr val="536679"/>
                </a:solidFill>
                <a:latin typeface="Space Grotesk"/>
                <a:ea typeface="Space Grotesk"/>
                <a:cs typeface="Space Grotesk"/>
              </a:rPr>
              <a:t>4</a:t>
            </a:fld>
          </a:p>
        </p:txBody>
      </p:sp>
    </p:spTree>
    <p:extLst>
      <p:ext uri="{BB962C8B-B14F-4D97-AF65-F5344CB8AC3E}">
        <p14:creationId xmlns:p14="http://schemas.microsoft.com/office/powerpoint/2010/main" val="931576145"/>
      </p:ext>
    </p:extLst>
  </p:cSld>
</p:sld>
</file>

<file path=ppt/slides/slide5.xml><?xml version="1.0" encoding="utf-8"?>
<p:sld xmlns:p="http://schemas.openxmlformats.org/presentationml/2006/main">
  <p:cSld name="Pembatas bagian">
    <p:bg>
      <p:bgPr>
        <a:solidFill xmlns:a="http://schemas.openxmlformats.org/drawingml/2006/main">
          <a:srgbClr val="011627"/>
        </a:solidFill>
      </p:bgPr>
    </p:bg>
    <p:spTree>
      <p:nvGrpSpPr>
        <p:cNvPr id="1" name=""/>
        <p:cNvGrpSpPr/>
        <p:nvPr/>
      </p:nvGrpSpPr>
      <p:grpSpPr>
        <a:xfrm xmlns:a="http://schemas.openxmlformats.org/drawingml/2006/main"/>
      </p:grpSpPr>
      <p:sp>
        <p:nvSpPr>
          <p:cNvPr id="2" name="Nama bagian">
            <a:extLst xmlns:a="http://schemas.openxmlformats.org/drawingml/2006/main">
              <a:ext uri="{FF2B5EF4-FFF2-40B4-BE49-F238E27FC236}">
                <a16:creationId xmlns:a16="http://schemas.microsoft.com/office/drawing/2014/main" id="{7FE8C2EA-1C3D-45F3-BD61-8EB480030EC9}"/>
              </a:ext>
            </a:extLst>
          </p:cNvPr>
          <p:cNvSpPr>
            <a:spLocks xmlns:a="http://schemas.openxmlformats.org/drawingml/2006/main" noGrp="1"/>
          </p:cNvSpPr>
          <p:nvPr>
            <p:ph type="title" idx="0" hasCustomPrompt="1"/>
          </p:nvPr>
        </p:nvSpPr>
        <p:spPr>
          <a:xfrm xmlns:a="http://schemas.openxmlformats.org/drawingml/2006/main">
            <a:off x="609600" y="3162300"/>
            <a:ext cx="685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lang="id-ID">
                <a:solidFill>
                  <a:srgbClr val="F0F1F1"/>
                </a:solidFill>
                <a:latin typeface="Space Grotesk"/>
                <a:ea typeface="Space Grotesk"/>
                <a:cs typeface="Space Grotesk"/>
              </a:defRPr>
            </a:pPr>
            <a:r>
              <a:rPr sz="4500" b="1" lang="id-ID">
                <a:solidFill>
                  <a:srgbClr val="F0F1F1"/>
                </a:solidFill>
                <a:latin typeface="Space Grotesk"/>
                <a:ea typeface="Space Grotesk"/>
                <a:cs typeface="Space Grotesk"/>
              </a:rPr>
              <a:t>[Nama bagian]</a:t>
            </a:r>
          </a:p>
        </p:txBody>
      </p:sp>
      <p:sp>
        <p:nvSpPr>
          <p:cNvPr id="3" name="Nomor bagian">
            <a:extLst xmlns:a="http://schemas.openxmlformats.org/drawingml/2006/main">
              <a:ext uri="{FF2B5EF4-FFF2-40B4-BE49-F238E27FC236}">
                <a16:creationId xmlns:a16="http://schemas.microsoft.com/office/drawing/2014/main" id="{28DF54D6-0DBA-443D-AF08-FB635E3BD46E}"/>
              </a:ext>
            </a:extLst>
          </p:cNvPr>
          <p:cNvSpPr>
            <a:spLocks xmlns:a="http://schemas.openxmlformats.org/drawingml/2006/main" noGrp="1"/>
          </p:cNvSpPr>
          <p:nvPr>
            <p:ph type="body" idx="2" hasCustomPrompt="1"/>
          </p:nvPr>
        </p:nvSpPr>
        <p:spPr>
          <a:xfrm xmlns:a="http://schemas.openxmlformats.org/drawingml/2006/main">
            <a:off x="609600" y="2000250"/>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lang="id-ID">
                <a:solidFill>
                  <a:srgbClr val="00A550"/>
                </a:solidFill>
                <a:latin typeface="Space Grotesk"/>
                <a:ea typeface="Space Grotesk"/>
                <a:cs typeface="Space Grotesk"/>
              </a:defRPr>
            </a:pPr>
            <a:r>
              <a:rPr sz="5700" b="1" lang="id-ID">
                <a:solidFill>
                  <a:srgbClr val="00A550"/>
                </a:solidFill>
                <a:latin typeface="Space Grotesk"/>
                <a:ea typeface="Space Grotesk"/>
                <a:cs typeface="Space Grotesk"/>
              </a:rPr>
              <a:t>01</a:t>
            </a:r>
          </a:p>
        </p:txBody>
      </p:sp>
      <p:sp>
        <p:nvSpPr>
          <p:cNvPr id="4" name="Cakupan bagian">
            <a:extLst xmlns:a="http://schemas.openxmlformats.org/drawingml/2006/main">
              <a:ext uri="{FF2B5EF4-FFF2-40B4-BE49-F238E27FC236}">
                <a16:creationId xmlns:a16="http://schemas.microsoft.com/office/drawing/2014/main" id="{BAE311DB-8587-492D-B9ED-E749DA79A467}"/>
              </a:ext>
            </a:extLst>
          </p:cNvPr>
          <p:cNvSpPr>
            <a:spLocks xmlns:a="http://schemas.openxmlformats.org/drawingml/2006/main" noGrp="1"/>
          </p:cNvSpPr>
          <p:nvPr>
            <p:ph type="subtitle" idx="1" hasCustomPrompt="1"/>
          </p:nvPr>
        </p:nvSpPr>
        <p:spPr>
          <a:xfrm xmlns:a="http://schemas.openxmlformats.org/drawingml/2006/main">
            <a:off x="609600" y="4400550"/>
            <a:ext cx="685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lang="id-ID">
                <a:solidFill>
                  <a:srgbClr val="F0F1F1"/>
                </a:solidFill>
                <a:latin typeface="Space Grotesk"/>
                <a:ea typeface="Space Grotesk"/>
                <a:cs typeface="Space Grotesk"/>
              </a:defRPr>
            </a:pPr>
            <a:r>
              <a:rPr sz="2100" b="0" lang="id-ID">
                <a:solidFill>
                  <a:srgbClr val="F0F1F1"/>
                </a:solidFill>
                <a:latin typeface="Space Grotesk"/>
                <a:ea typeface="Space Grotesk"/>
                <a:cs typeface="Space Grotesk"/>
              </a:rPr>
              <a:t>[Cakupan pembahasan dalam satu kalimat]</a:t>
            </a:r>
          </a:p>
        </p:txBody>
      </p:sp>
      <p:sp>
        <p:nvSpPr>
          <p:cNvPr id="105" name="Bidang putih logo JUP"/>
          <p:cNvSpPr>
            <a:spLocks xmlns:a="http://schemas.openxmlformats.org/drawingml/2006/main" noGrp="1"/>
          </p:cNvSpPr>
          <p:nvPr/>
        </p:nvSpPr>
        <p:spPr>
          <a:xfrm xmlns:a="http://schemas.openxmlformats.org/drawingml/2006/main">
            <a:off x="647700" y="400050"/>
            <a:ext cx="3048000" cy="102839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106" name="" descr="Dark.png dari pengguna; proporsi dan berkas gambar asli dipertahankan"/>
          <p:cNvPicPr>
            <a:picLocks xmlns:a="http://schemas.openxmlformats.org/drawingml/2006/main" noChangeAspect="1"/>
          </p:cNvPicPr>
          <p:nvPr/>
        </p:nvPicPr>
        <p:blipFill>
          <a:blip xmlns:r="http://schemas.openxmlformats.org/officeDocument/2006/relationships" xmlns:a="http://schemas.openxmlformats.org/drawingml/2006/main" r:embed="rIdJupDarkLogoExample"/>
          <a:stretch xmlns:a="http://schemas.openxmlformats.org/drawingml/2006/main"/>
        </p:blipFill>
        <p:spPr>
          <a:xfrm xmlns:a="http://schemas.openxmlformats.org/drawingml/2006/main">
            <a:off x="647700" y="400050"/>
            <a:ext cx="3048000" cy="1028390"/>
          </a:xfrm>
          <a:prstGeom xmlns:a="http://schemas.openxmlformats.org/drawingml/2006/main" prst="rect">
            <a:avLst/>
          </a:prstGeom>
        </p:spPr>
      </p:pic>
    </p:spTree>
    <p:extLst>
      <p:ext uri="{BB962C8B-B14F-4D97-AF65-F5344CB8AC3E}">
        <p14:creationId xmlns:p14="http://schemas.microsoft.com/office/powerpoint/2010/main" val="1827664636"/>
      </p:ext>
    </p:extLst>
  </p:cSld>
</p:sld>
</file>

<file path=ppt/slides/slide6.xml><?xml version="1.0" encoding="utf-8"?>
<p:sld xmlns:p="http://schemas.openxmlformats.org/presentationml/2006/main">
  <p:cSld name="Judul dan uraian">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6D35B9E1-F8BB-42C0-AD02-C03D8DF65904}"/>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[Judul utama pembahasan]</a:t>
            </a:r>
          </a:p>
        </p:txBody>
      </p:sp>
      <p:sp>
        <p:nvSpPr>
          <p:cNvPr id="3" name="Bagian">
            <a:extLst xmlns:a="http://schemas.openxmlformats.org/drawingml/2006/main">
              <a:ext uri="{FF2B5EF4-FFF2-40B4-BE49-F238E27FC236}">
                <a16:creationId xmlns:a16="http://schemas.microsoft.com/office/drawing/2014/main" id="{975712D6-527C-4A30-AA7D-28B3ABFB4627}"/>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KONTEKS</a:t>
            </a:r>
          </a:p>
        </p:txBody>
      </p:sp>
      <p:sp>
        <p:nvSpPr>
          <p:cNvPr id="4" name="Konteks">
            <a:extLst xmlns:a="http://schemas.openxmlformats.org/drawingml/2006/main">
              <a:ext uri="{FF2B5EF4-FFF2-40B4-BE49-F238E27FC236}">
                <a16:creationId xmlns:a16="http://schemas.microsoft.com/office/drawing/2014/main" id="{68F708C2-78D3-4EF0-ADA4-BAC1AD6D36C8}"/>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[Ruang lingkup atau periode pembahasan]</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5EA15114-7EA3-402B-B4AE-6871BC396C3C}"/>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Isian 3">
            <a:extLst xmlns:a="http://schemas.openxmlformats.org/drawingml/2006/main">
              <a:ext uri="{FF2B5EF4-FFF2-40B4-BE49-F238E27FC236}">
                <a16:creationId xmlns:a16="http://schemas.microsoft.com/office/drawing/2014/main" id="{3F22C442-D15A-46DD-8D8D-92508CCF7CA1}"/>
              </a:ext>
            </a:extLst>
          </p:cNvPr>
          <p:cNvSpPr>
            <a:spLocks xmlns:a="http://schemas.openxmlformats.org/drawingml/2006/main" noGrp="1"/>
          </p:cNvSpPr>
          <p:nvPr>
            <p:ph type="body" idx="3" hasCustomPrompt="1"/>
          </p:nvPr>
        </p:nvSpPr>
        <p:spPr>
          <a:xfrm xmlns:a="http://schemas.openxmlformats.org/drawingml/2006/main">
            <a:off x="609600" y="2857500"/>
            <a:ext cx="6191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[Pesan utama</a:t>
            </a:r>
          </a:p>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yang perlu dipahami</a:t>
            </a:r>
          </a:p>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peserta rapat]</a:t>
            </a:r>
          </a:p>
        </p:txBody>
      </p:sp>
      <p:sp>
        <p:nvSpPr>
          <p:cNvPr id="7" name="Isian 4">
            <a:extLst xmlns:a="http://schemas.openxmlformats.org/drawingml/2006/main">
              <a:ext uri="{FF2B5EF4-FFF2-40B4-BE49-F238E27FC236}">
                <a16:creationId xmlns:a16="http://schemas.microsoft.com/office/drawing/2014/main" id="{976A02F9-4D78-40BC-A0FD-E3A674409576}"/>
              </a:ext>
            </a:extLst>
          </p:cNvPr>
          <p:cNvSpPr>
            <a:spLocks xmlns:a="http://schemas.openxmlformats.org/drawingml/2006/main" noGrp="1"/>
          </p:cNvSpPr>
          <p:nvPr>
            <p:ph type="body" idx="4" hasCustomPrompt="1"/>
          </p:nvPr>
        </p:nvSpPr>
        <p:spPr>
          <a:xfrm xmlns:a="http://schemas.openxmlformats.org/drawingml/2006/main">
            <a:off x="7696200" y="2819400"/>
            <a:ext cx="3886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Dasar pembahasan</a:t>
            </a:r>
          </a:p>
        </p:txBody>
      </p:sp>
      <p:sp>
        <p:nvSpPr>
          <p:cNvPr id="8" name="Isian 5">
            <a:extLst xmlns:a="http://schemas.openxmlformats.org/drawingml/2006/main">
              <a:ext uri="{FF2B5EF4-FFF2-40B4-BE49-F238E27FC236}">
                <a16:creationId xmlns:a16="http://schemas.microsoft.com/office/drawing/2014/main" id="{0A742FF8-6FB1-497B-9765-45415ECDA62F}"/>
              </a:ext>
            </a:extLst>
          </p:cNvPr>
          <p:cNvSpPr>
            <a:spLocks xmlns:a="http://schemas.openxmlformats.org/drawingml/2006/main" noGrp="1"/>
          </p:cNvSpPr>
          <p:nvPr>
            <p:ph type="body" idx="5" hasCustomPrompt="1"/>
          </p:nvPr>
        </p:nvSpPr>
        <p:spPr>
          <a:xfrm xmlns:a="http://schemas.openxmlformats.org/drawingml/2006/main">
            <a:off x="7696200" y="3476625"/>
            <a:ext cx="38862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[Jelaskan fakta utama, latar belakang, dan kaitannya dengan agenda rapat.]</a:t>
            </a:r>
          </a:p>
        </p:txBody>
      </p:sp>
      <p:sp>
        <p:nvSpPr>
          <p:cNvPr id="9" name="Sumber dan periode">
            <a:extLst xmlns:a="http://schemas.openxmlformats.org/drawingml/2006/main">
              <a:ext uri="{FF2B5EF4-FFF2-40B4-BE49-F238E27FC236}">
                <a16:creationId xmlns:a16="http://schemas.microsoft.com/office/drawing/2014/main" id="{9AE52333-180E-46A8-B1C1-D6C897F63089}"/>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[dokumen atau sistem]. Periode: [bulan tahun].</a:t>
            </a:r>
          </a:p>
        </p:txBody>
      </p:sp>
      <p:sp>
        <p:nvSpPr>
          <p:cNvPr id="10" name="Klasifikasi dokumen">
            <a:extLst xmlns:a="http://schemas.openxmlformats.org/drawingml/2006/main">
              <a:ext uri="{FF2B5EF4-FFF2-40B4-BE49-F238E27FC236}">
                <a16:creationId xmlns:a16="http://schemas.microsoft.com/office/drawing/2014/main" id="{DC27421D-657F-416F-83A7-E649AA05F32F}"/>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1" name="Nomor slide">
            <a:extLst xmlns:a="http://schemas.openxmlformats.org/drawingml/2006/main">
              <a:ext uri="{FF2B5EF4-FFF2-40B4-BE49-F238E27FC236}">
                <a16:creationId xmlns:a16="http://schemas.microsoft.com/office/drawing/2014/main" id="{BFF3842D-7EF2-45B1-9CAD-BE14FBBF74FC}"/>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6469167F-2954-4203-B763-C3AF52BDBBAA}" type="slidenum">
              <a:rPr sz="1200" b="0" lang="id-ID">
                <a:solidFill>
                  <a:srgbClr val="536679"/>
                </a:solidFill>
                <a:latin typeface="Space Grotesk"/>
                <a:ea typeface="Space Grotesk"/>
                <a:cs typeface="Space Grotesk"/>
              </a:rPr>
              <a:t>6</a:t>
            </a:fld>
          </a:p>
        </p:txBody>
      </p:sp>
    </p:spTree>
    <p:extLst>
      <p:ext uri="{BB962C8B-B14F-4D97-AF65-F5344CB8AC3E}">
        <p14:creationId xmlns:p14="http://schemas.microsoft.com/office/powerpoint/2010/main" val="681962727"/>
      </p:ext>
    </p:extLst>
  </p:cSld>
</p:sld>
</file>

<file path=ppt/slides/slide7.xml><?xml version="1.0" encoding="utf-8"?>
<p:sld xmlns:p="http://schemas.openxmlformats.org/presentationml/2006/main">
  <p:cSld name="Dua kolom">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25E8F235-359C-4FF8-9215-0A87A23C6DD3}"/>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[Dua aspek dalam satu pembahasan]</a:t>
            </a:r>
          </a:p>
        </p:txBody>
      </p:sp>
      <p:sp>
        <p:nvSpPr>
          <p:cNvPr id="3" name="Bagian">
            <a:extLst xmlns:a="http://schemas.openxmlformats.org/drawingml/2006/main">
              <a:ext uri="{FF2B5EF4-FFF2-40B4-BE49-F238E27FC236}">
                <a16:creationId xmlns:a16="http://schemas.microsoft.com/office/drawing/2014/main" id="{373E0EE6-BC2B-4A80-B7DE-0E2514482AB2}"/>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ANALISIS</a:t>
            </a:r>
          </a:p>
        </p:txBody>
      </p:sp>
      <p:sp>
        <p:nvSpPr>
          <p:cNvPr id="4"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5E801E1D-AEFE-4FA3-A647-802B14AA9929}"/>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5" name="Isian 3">
            <a:extLst xmlns:a="http://schemas.openxmlformats.org/drawingml/2006/main">
              <a:ext uri="{FF2B5EF4-FFF2-40B4-BE49-F238E27FC236}">
                <a16:creationId xmlns:a16="http://schemas.microsoft.com/office/drawing/2014/main" id="{12D2A184-CA67-4247-99A9-6980EA14D50A}"/>
              </a:ext>
            </a:extLst>
          </p:cNvPr>
          <p:cNvSpPr>
            <a:spLocks xmlns:a="http://schemas.openxmlformats.org/drawingml/2006/main" noGrp="1"/>
          </p:cNvSpPr>
          <p:nvPr>
            <p:ph type="body" idx="3" hasCustomPrompt="1"/>
          </p:nvPr>
        </p:nvSpPr>
        <p:spPr>
          <a:xfrm xmlns:a="http://schemas.openxmlformats.org/drawingml/2006/main">
            <a:off x="609600" y="2781300"/>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lang="id-ID">
                <a:solidFill>
                  <a:srgbClr val="011627"/>
                </a:solidFill>
                <a:latin typeface="Space Grotesk"/>
                <a:ea typeface="Space Grotesk"/>
                <a:cs typeface="Space Grotesk"/>
              </a:defRPr>
            </a:pPr>
            <a:r>
              <a:rPr sz="2550" b="1" lang="id-ID">
                <a:solidFill>
                  <a:srgbClr val="011627"/>
                </a:solidFill>
                <a:latin typeface="Space Grotesk"/>
                <a:ea typeface="Space Grotesk"/>
                <a:cs typeface="Space Grotesk"/>
              </a:rPr>
              <a:t>[Topik A]</a:t>
            </a:r>
          </a:p>
        </p:txBody>
      </p:sp>
      <p:sp>
        <p:nvSpPr>
          <p:cNvPr id="6" name="Isian 4">
            <a:extLst xmlns:a="http://schemas.openxmlformats.org/drawingml/2006/main">
              <a:ext uri="{FF2B5EF4-FFF2-40B4-BE49-F238E27FC236}">
                <a16:creationId xmlns:a16="http://schemas.microsoft.com/office/drawing/2014/main" id="{8FD73353-266E-4939-B7A0-16F8D9ABF8F6}"/>
              </a:ext>
            </a:extLst>
          </p:cNvPr>
          <p:cNvSpPr>
            <a:spLocks xmlns:a="http://schemas.openxmlformats.org/drawingml/2006/main" noGrp="1"/>
          </p:cNvSpPr>
          <p:nvPr>
            <p:ph type="body" idx="4" hasCustomPrompt="1"/>
          </p:nvPr>
        </p:nvSpPr>
        <p:spPr>
          <a:xfrm xmlns:a="http://schemas.openxmlformats.org/drawingml/2006/main">
            <a:off x="609600" y="3562350"/>
            <a:ext cx="5257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[Poin utama pertama]</a:t>
            </a:r>
          </a:p>
          <a:p xmlns:a="http://schemas.openxmlformats.org/drawingml/2006/main">
            <a:r>
              <a:t/>
            </a:r>
          </a:p>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[Poin utama kedua]</a:t>
            </a:r>
          </a:p>
          <a:p xmlns:a="http://schemas.openxmlformats.org/drawingml/2006/main">
            <a:r>
              <a:t/>
            </a:r>
          </a:p>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[Dampak atau kesimpulan]</a:t>
            </a:r>
          </a:p>
        </p:txBody>
      </p:sp>
      <p:sp>
        <p:nvSpPr>
          <p:cNvPr id="7" name="Isian 5">
            <a:extLst xmlns:a="http://schemas.openxmlformats.org/drawingml/2006/main">
              <a:ext uri="{FF2B5EF4-FFF2-40B4-BE49-F238E27FC236}">
                <a16:creationId xmlns:a16="http://schemas.microsoft.com/office/drawing/2014/main" id="{82C9E7DD-6C7F-42DC-A24E-059EA7AA2F92}"/>
              </a:ext>
            </a:extLst>
          </p:cNvPr>
          <p:cNvSpPr>
            <a:spLocks xmlns:a="http://schemas.openxmlformats.org/drawingml/2006/main" noGrp="1"/>
          </p:cNvSpPr>
          <p:nvPr>
            <p:ph type="body" idx="5" hasCustomPrompt="1"/>
          </p:nvPr>
        </p:nvSpPr>
        <p:spPr>
          <a:xfrm xmlns:a="http://schemas.openxmlformats.org/drawingml/2006/main">
            <a:off x="6324600" y="2781300"/>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lang="id-ID">
                <a:solidFill>
                  <a:srgbClr val="011627"/>
                </a:solidFill>
                <a:latin typeface="Space Grotesk"/>
                <a:ea typeface="Space Grotesk"/>
                <a:cs typeface="Space Grotesk"/>
              </a:defRPr>
            </a:pPr>
            <a:r>
              <a:rPr sz="2550" b="1" lang="id-ID">
                <a:solidFill>
                  <a:srgbClr val="011627"/>
                </a:solidFill>
                <a:latin typeface="Space Grotesk"/>
                <a:ea typeface="Space Grotesk"/>
                <a:cs typeface="Space Grotesk"/>
              </a:rPr>
              <a:t>[Topik B]</a:t>
            </a:r>
          </a:p>
        </p:txBody>
      </p:sp>
      <p:sp>
        <p:nvSpPr>
          <p:cNvPr id="8" name="Isian 6">
            <a:extLst xmlns:a="http://schemas.openxmlformats.org/drawingml/2006/main">
              <a:ext uri="{FF2B5EF4-FFF2-40B4-BE49-F238E27FC236}">
                <a16:creationId xmlns:a16="http://schemas.microsoft.com/office/drawing/2014/main" id="{16D66A3C-85A2-4D2E-B011-7A837D961487}"/>
              </a:ext>
            </a:extLst>
          </p:cNvPr>
          <p:cNvSpPr>
            <a:spLocks xmlns:a="http://schemas.openxmlformats.org/drawingml/2006/main" noGrp="1"/>
          </p:cNvSpPr>
          <p:nvPr>
            <p:ph type="body" idx="6" hasCustomPrompt="1"/>
          </p:nvPr>
        </p:nvSpPr>
        <p:spPr>
          <a:xfrm xmlns:a="http://schemas.openxmlformats.org/drawingml/2006/main">
            <a:off x="6324600" y="3562350"/>
            <a:ext cx="5257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[Poin utama pertama]</a:t>
            </a:r>
          </a:p>
          <a:p xmlns:a="http://schemas.openxmlformats.org/drawingml/2006/main">
            <a:r>
              <a:t/>
            </a:r>
          </a:p>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[Poin utama kedua]</a:t>
            </a:r>
          </a:p>
          <a:p xmlns:a="http://schemas.openxmlformats.org/drawingml/2006/main">
            <a:r>
              <a:t/>
            </a:r>
          </a:p>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[Dampak atau kesimpulan]</a:t>
            </a:r>
          </a:p>
        </p:txBody>
      </p:sp>
      <p:sp>
        <p:nvSpPr>
          <p:cNvPr id="9" name="Sumber dan periode">
            <a:extLst xmlns:a="http://schemas.openxmlformats.org/drawingml/2006/main">
              <a:ext uri="{FF2B5EF4-FFF2-40B4-BE49-F238E27FC236}">
                <a16:creationId xmlns:a16="http://schemas.microsoft.com/office/drawing/2014/main" id="{32B1DE18-8D5A-40A9-9633-1D24492E523C}"/>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[dokumen atau sistem]. Periode: [bulan tahun].</a:t>
            </a:r>
          </a:p>
        </p:txBody>
      </p:sp>
      <p:sp>
        <p:nvSpPr>
          <p:cNvPr id="10" name="Klasifikasi dokumen">
            <a:extLst xmlns:a="http://schemas.openxmlformats.org/drawingml/2006/main">
              <a:ext uri="{FF2B5EF4-FFF2-40B4-BE49-F238E27FC236}">
                <a16:creationId xmlns:a16="http://schemas.microsoft.com/office/drawing/2014/main" id="{4AAD101F-4D14-4091-81F1-EBCC5837EB7B}"/>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1" name="Nomor slide">
            <a:extLst xmlns:a="http://schemas.openxmlformats.org/drawingml/2006/main">
              <a:ext uri="{FF2B5EF4-FFF2-40B4-BE49-F238E27FC236}">
                <a16:creationId xmlns:a16="http://schemas.microsoft.com/office/drawing/2014/main" id="{15F08E5A-AA4F-447B-AB69-623B6246D9C8}"/>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BFFB1A2B-DF2A-4E6B-A59D-3FF94F858FF4}" type="slidenum">
              <a:rPr sz="1200" b="0" lang="id-ID">
                <a:solidFill>
                  <a:srgbClr val="536679"/>
                </a:solidFill>
                <a:latin typeface="Space Grotesk"/>
                <a:ea typeface="Space Grotesk"/>
                <a:cs typeface="Space Grotesk"/>
              </a:rPr>
              <a:t>7</a:t>
            </a:fld>
          </a:p>
        </p:txBody>
      </p:sp>
    </p:spTree>
    <p:extLst>
      <p:ext uri="{BB962C8B-B14F-4D97-AF65-F5344CB8AC3E}">
        <p14:creationId xmlns:p14="http://schemas.microsoft.com/office/powerpoint/2010/main" val="87246210"/>
      </p:ext>
    </p:extLst>
  </p:cSld>
</p:sld>
</file>

<file path=ppt/slides/slide8.xml><?xml version="1.0" encoding="utf-8"?>
<p:sld xmlns:p="http://schemas.openxmlformats.org/presentationml/2006/main">
  <p:cSld name="Empat KPI">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9A0780FD-6948-4F37-B006-B53048CF8600}"/>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Kinerja utama</a:t>
            </a:r>
          </a:p>
        </p:txBody>
      </p:sp>
      <p:sp>
        <p:nvSpPr>
          <p:cNvPr id="3" name="Bagian">
            <a:extLst xmlns:a="http://schemas.openxmlformats.org/drawingml/2006/main">
              <a:ext uri="{FF2B5EF4-FFF2-40B4-BE49-F238E27FC236}">
                <a16:creationId xmlns:a16="http://schemas.microsoft.com/office/drawing/2014/main" id="{8C34043E-7A24-4AB1-8C96-4F2EE9DBCAA4}"/>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KINERJA</a:t>
            </a:r>
          </a:p>
        </p:txBody>
      </p:sp>
      <p:sp>
        <p:nvSpPr>
          <p:cNvPr id="4" name="Konteks">
            <a:extLst xmlns:a="http://schemas.openxmlformats.org/drawingml/2006/main">
              <a:ext uri="{FF2B5EF4-FFF2-40B4-BE49-F238E27FC236}">
                <a16:creationId xmlns:a16="http://schemas.microsoft.com/office/drawing/2014/main" id="{9A499848-E429-4C9B-A530-48AD8E6FA576}"/>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[Unit bisnis atau lingkup pengukuran]</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B6750944-14A1-4070-8254-2FA408CCBDB7}"/>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Isian 3">
            <a:extLst xmlns:a="http://schemas.openxmlformats.org/drawingml/2006/main">
              <a:ext uri="{FF2B5EF4-FFF2-40B4-BE49-F238E27FC236}">
                <a16:creationId xmlns:a16="http://schemas.microsoft.com/office/drawing/2014/main" id="{AED067E8-FE27-4DAE-9A0C-B937FB480E5B}"/>
              </a:ext>
            </a:extLst>
          </p:cNvPr>
          <p:cNvSpPr>
            <a:spLocks xmlns:a="http://schemas.openxmlformats.org/drawingml/2006/main" noGrp="1"/>
          </p:cNvSpPr>
          <p:nvPr>
            <p:ph type="body" idx="3" hasCustomPrompt="1"/>
          </p:nvPr>
        </p:nvSpPr>
        <p:spPr>
          <a:xfrm xmlns:a="http://schemas.openxmlformats.org/drawingml/2006/main">
            <a:off x="609600" y="283845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[Nama KPI 1]</a:t>
            </a:r>
          </a:p>
        </p:txBody>
      </p:sp>
      <p:sp>
        <p:nvSpPr>
          <p:cNvPr id="7" name="Isian 4">
            <a:extLst xmlns:a="http://schemas.openxmlformats.org/drawingml/2006/main">
              <a:ext uri="{FF2B5EF4-FFF2-40B4-BE49-F238E27FC236}">
                <a16:creationId xmlns:a16="http://schemas.microsoft.com/office/drawing/2014/main" id="{D5C90976-D1F6-4007-B705-AAE688DCE314}"/>
              </a:ext>
            </a:extLst>
          </p:cNvPr>
          <p:cNvSpPr>
            <a:spLocks xmlns:a="http://schemas.openxmlformats.org/drawingml/2006/main" noGrp="1"/>
          </p:cNvSpPr>
          <p:nvPr>
            <p:ph type="body" idx="4" hasCustomPrompt="1"/>
          </p:nvPr>
        </p:nvSpPr>
        <p:spPr>
          <a:xfrm xmlns:a="http://schemas.openxmlformats.org/drawingml/2006/main">
            <a:off x="609600" y="35528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lang="id-ID">
                <a:solidFill>
                  <a:srgbClr val="011627"/>
                </a:solidFill>
                <a:latin typeface="Space Mono"/>
                <a:ea typeface="Space Mono"/>
                <a:cs typeface="Space Mono"/>
              </a:defRPr>
            </a:pPr>
            <a:r>
              <a:rPr sz="4200" b="1" lang="id-ID">
                <a:solidFill>
                  <a:srgbClr val="011627"/>
                </a:solidFill>
                <a:latin typeface="Space Mono"/>
                <a:ea typeface="Space Mono"/>
                <a:cs typeface="Space Mono"/>
              </a:rPr>
              <a:t>XX,X</a:t>
            </a:r>
          </a:p>
        </p:txBody>
      </p:sp>
      <p:sp>
        <p:nvSpPr>
          <p:cNvPr id="8" name="Isian 5">
            <a:extLst xmlns:a="http://schemas.openxmlformats.org/drawingml/2006/main">
              <a:ext uri="{FF2B5EF4-FFF2-40B4-BE49-F238E27FC236}">
                <a16:creationId xmlns:a16="http://schemas.microsoft.com/office/drawing/2014/main" id="{F41EE5A1-31CD-42A9-9B0E-24EE6B905AF7}"/>
              </a:ext>
            </a:extLst>
          </p:cNvPr>
          <p:cNvSpPr>
            <a:spLocks xmlns:a="http://schemas.openxmlformats.org/drawingml/2006/main" noGrp="1"/>
          </p:cNvSpPr>
          <p:nvPr>
            <p:ph type="body" idx="5" hasCustomPrompt="1"/>
          </p:nvPr>
        </p:nvSpPr>
        <p:spPr>
          <a:xfrm xmlns:a="http://schemas.openxmlformats.org/drawingml/2006/main">
            <a:off x="609600" y="43243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04999"/>
                </a:solidFill>
                <a:latin typeface="Space Grotesk"/>
                <a:ea typeface="Space Grotesk"/>
                <a:cs typeface="Space Grotesk"/>
              </a:defRPr>
            </a:pPr>
            <a:r>
              <a:rPr sz="1800" b="0" lang="id-ID">
                <a:solidFill>
                  <a:srgbClr val="004999"/>
                </a:solidFill>
                <a:latin typeface="Space Grotesk"/>
                <a:ea typeface="Space Grotesk"/>
                <a:cs typeface="Space Grotesk"/>
              </a:rPr>
              <a:t>[Satuan]</a:t>
            </a:r>
          </a:p>
        </p:txBody>
      </p:sp>
      <p:sp>
        <p:nvSpPr>
          <p:cNvPr id="9" name="Isian 6">
            <a:extLst xmlns:a="http://schemas.openxmlformats.org/drawingml/2006/main">
              <a:ext uri="{FF2B5EF4-FFF2-40B4-BE49-F238E27FC236}">
                <a16:creationId xmlns:a16="http://schemas.microsoft.com/office/drawing/2014/main" id="{2F32ED21-8DD0-4CAE-91E9-0B5593951B98}"/>
              </a:ext>
            </a:extLst>
          </p:cNvPr>
          <p:cNvSpPr>
            <a:spLocks xmlns:a="http://schemas.openxmlformats.org/drawingml/2006/main" noGrp="1"/>
          </p:cNvSpPr>
          <p:nvPr>
            <p:ph type="body" idx="6" hasCustomPrompt="1"/>
          </p:nvPr>
        </p:nvSpPr>
        <p:spPr>
          <a:xfrm xmlns:a="http://schemas.openxmlformats.org/drawingml/2006/main">
            <a:off x="609600" y="48577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Periode: [bulan tahun]</a:t>
            </a:r>
          </a:p>
        </p:txBody>
      </p:sp>
      <p:sp>
        <p:nvSpPr>
          <p:cNvPr id="10" name="Isian 7">
            <a:extLst xmlns:a="http://schemas.openxmlformats.org/drawingml/2006/main">
              <a:ext uri="{FF2B5EF4-FFF2-40B4-BE49-F238E27FC236}">
                <a16:creationId xmlns:a16="http://schemas.microsoft.com/office/drawing/2014/main" id="{F20061DE-4255-4508-B9EB-E64EA7C6ED13}"/>
              </a:ext>
            </a:extLst>
          </p:cNvPr>
          <p:cNvSpPr>
            <a:spLocks xmlns:a="http://schemas.openxmlformats.org/drawingml/2006/main" noGrp="1"/>
          </p:cNvSpPr>
          <p:nvPr>
            <p:ph type="body" idx="7" hasCustomPrompt="1"/>
          </p:nvPr>
        </p:nvSpPr>
        <p:spPr>
          <a:xfrm xmlns:a="http://schemas.openxmlformats.org/drawingml/2006/main">
            <a:off x="3429000" y="283845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[Nama KPI 2]</a:t>
            </a:r>
          </a:p>
        </p:txBody>
      </p:sp>
      <p:sp>
        <p:nvSpPr>
          <p:cNvPr id="11" name="Isian 8">
            <a:extLst xmlns:a="http://schemas.openxmlformats.org/drawingml/2006/main">
              <a:ext uri="{FF2B5EF4-FFF2-40B4-BE49-F238E27FC236}">
                <a16:creationId xmlns:a16="http://schemas.microsoft.com/office/drawing/2014/main" id="{02DE6069-728D-45F4-A725-0519439E39E1}"/>
              </a:ext>
            </a:extLst>
          </p:cNvPr>
          <p:cNvSpPr>
            <a:spLocks xmlns:a="http://schemas.openxmlformats.org/drawingml/2006/main" noGrp="1"/>
          </p:cNvSpPr>
          <p:nvPr>
            <p:ph type="body" idx="8" hasCustomPrompt="1"/>
          </p:nvPr>
        </p:nvSpPr>
        <p:spPr>
          <a:xfrm xmlns:a="http://schemas.openxmlformats.org/drawingml/2006/main">
            <a:off x="3429000" y="35528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lang="id-ID">
                <a:solidFill>
                  <a:srgbClr val="011627"/>
                </a:solidFill>
                <a:latin typeface="Space Mono"/>
                <a:ea typeface="Space Mono"/>
                <a:cs typeface="Space Mono"/>
              </a:defRPr>
            </a:pPr>
            <a:r>
              <a:rPr sz="4200" b="1" lang="id-ID">
                <a:solidFill>
                  <a:srgbClr val="011627"/>
                </a:solidFill>
                <a:latin typeface="Space Mono"/>
                <a:ea typeface="Space Mono"/>
                <a:cs typeface="Space Mono"/>
              </a:rPr>
              <a:t>XX,X</a:t>
            </a:r>
          </a:p>
        </p:txBody>
      </p:sp>
      <p:sp>
        <p:nvSpPr>
          <p:cNvPr id="12" name="Isian 9">
            <a:extLst xmlns:a="http://schemas.openxmlformats.org/drawingml/2006/main">
              <a:ext uri="{FF2B5EF4-FFF2-40B4-BE49-F238E27FC236}">
                <a16:creationId xmlns:a16="http://schemas.microsoft.com/office/drawing/2014/main" id="{2000A6A5-DC6F-4441-9EA7-E66350AEB9F2}"/>
              </a:ext>
            </a:extLst>
          </p:cNvPr>
          <p:cNvSpPr>
            <a:spLocks xmlns:a="http://schemas.openxmlformats.org/drawingml/2006/main" noGrp="1"/>
          </p:cNvSpPr>
          <p:nvPr>
            <p:ph type="body" idx="9" hasCustomPrompt="1"/>
          </p:nvPr>
        </p:nvSpPr>
        <p:spPr>
          <a:xfrm xmlns:a="http://schemas.openxmlformats.org/drawingml/2006/main">
            <a:off x="3429000" y="43243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04999"/>
                </a:solidFill>
                <a:latin typeface="Space Grotesk"/>
                <a:ea typeface="Space Grotesk"/>
                <a:cs typeface="Space Grotesk"/>
              </a:defRPr>
            </a:pPr>
            <a:r>
              <a:rPr sz="1800" b="0" lang="id-ID">
                <a:solidFill>
                  <a:srgbClr val="004999"/>
                </a:solidFill>
                <a:latin typeface="Space Grotesk"/>
                <a:ea typeface="Space Grotesk"/>
                <a:cs typeface="Space Grotesk"/>
              </a:rPr>
              <a:t>[Satuan]</a:t>
            </a:r>
          </a:p>
        </p:txBody>
      </p:sp>
      <p:sp>
        <p:nvSpPr>
          <p:cNvPr id="13" name="Isian 10">
            <a:extLst xmlns:a="http://schemas.openxmlformats.org/drawingml/2006/main">
              <a:ext uri="{FF2B5EF4-FFF2-40B4-BE49-F238E27FC236}">
                <a16:creationId xmlns:a16="http://schemas.microsoft.com/office/drawing/2014/main" id="{26AE0181-192A-4DB6-B761-3D93A1E09D8A}"/>
              </a:ext>
            </a:extLst>
          </p:cNvPr>
          <p:cNvSpPr>
            <a:spLocks xmlns:a="http://schemas.openxmlformats.org/drawingml/2006/main" noGrp="1"/>
          </p:cNvSpPr>
          <p:nvPr>
            <p:ph type="body" idx="10" hasCustomPrompt="1"/>
          </p:nvPr>
        </p:nvSpPr>
        <p:spPr>
          <a:xfrm xmlns:a="http://schemas.openxmlformats.org/drawingml/2006/main">
            <a:off x="3429000" y="48577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Periode: [bulan tahun]</a:t>
            </a:r>
          </a:p>
        </p:txBody>
      </p:sp>
      <p:sp>
        <p:nvSpPr>
          <p:cNvPr id="14" name="Isian 11">
            <a:extLst xmlns:a="http://schemas.openxmlformats.org/drawingml/2006/main">
              <a:ext uri="{FF2B5EF4-FFF2-40B4-BE49-F238E27FC236}">
                <a16:creationId xmlns:a16="http://schemas.microsoft.com/office/drawing/2014/main" id="{81C600BF-5A6A-4604-88F2-AD84DD9E5DBF}"/>
              </a:ext>
            </a:extLst>
          </p:cNvPr>
          <p:cNvSpPr>
            <a:spLocks xmlns:a="http://schemas.openxmlformats.org/drawingml/2006/main" noGrp="1"/>
          </p:cNvSpPr>
          <p:nvPr>
            <p:ph type="body" idx="11" hasCustomPrompt="1"/>
          </p:nvPr>
        </p:nvSpPr>
        <p:spPr>
          <a:xfrm xmlns:a="http://schemas.openxmlformats.org/drawingml/2006/main">
            <a:off x="6248400" y="283845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[Nama KPI 3]</a:t>
            </a:r>
          </a:p>
        </p:txBody>
      </p:sp>
      <p:sp>
        <p:nvSpPr>
          <p:cNvPr id="15" name="Isian 12">
            <a:extLst xmlns:a="http://schemas.openxmlformats.org/drawingml/2006/main">
              <a:ext uri="{FF2B5EF4-FFF2-40B4-BE49-F238E27FC236}">
                <a16:creationId xmlns:a16="http://schemas.microsoft.com/office/drawing/2014/main" id="{A50C4E02-AB32-44E6-A6A5-62578BCBF42C}"/>
              </a:ext>
            </a:extLst>
          </p:cNvPr>
          <p:cNvSpPr>
            <a:spLocks xmlns:a="http://schemas.openxmlformats.org/drawingml/2006/main" noGrp="1"/>
          </p:cNvSpPr>
          <p:nvPr>
            <p:ph type="body" idx="12" hasCustomPrompt="1"/>
          </p:nvPr>
        </p:nvSpPr>
        <p:spPr>
          <a:xfrm xmlns:a="http://schemas.openxmlformats.org/drawingml/2006/main">
            <a:off x="6248400" y="35528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lang="id-ID">
                <a:solidFill>
                  <a:srgbClr val="011627"/>
                </a:solidFill>
                <a:latin typeface="Space Mono"/>
                <a:ea typeface="Space Mono"/>
                <a:cs typeface="Space Mono"/>
              </a:defRPr>
            </a:pPr>
            <a:r>
              <a:rPr sz="4200" b="1" lang="id-ID">
                <a:solidFill>
                  <a:srgbClr val="011627"/>
                </a:solidFill>
                <a:latin typeface="Space Mono"/>
                <a:ea typeface="Space Mono"/>
                <a:cs typeface="Space Mono"/>
              </a:rPr>
              <a:t>XX,X</a:t>
            </a:r>
          </a:p>
        </p:txBody>
      </p:sp>
      <p:sp>
        <p:nvSpPr>
          <p:cNvPr id="16" name="Isian 13">
            <a:extLst xmlns:a="http://schemas.openxmlformats.org/drawingml/2006/main">
              <a:ext uri="{FF2B5EF4-FFF2-40B4-BE49-F238E27FC236}">
                <a16:creationId xmlns:a16="http://schemas.microsoft.com/office/drawing/2014/main" id="{8B4E88E9-50A8-4AA9-A439-69ED6CE2362C}"/>
              </a:ext>
            </a:extLst>
          </p:cNvPr>
          <p:cNvSpPr>
            <a:spLocks xmlns:a="http://schemas.openxmlformats.org/drawingml/2006/main" noGrp="1"/>
          </p:cNvSpPr>
          <p:nvPr>
            <p:ph type="body" idx="13" hasCustomPrompt="1"/>
          </p:nvPr>
        </p:nvSpPr>
        <p:spPr>
          <a:xfrm xmlns:a="http://schemas.openxmlformats.org/drawingml/2006/main">
            <a:off x="6248400" y="43243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04999"/>
                </a:solidFill>
                <a:latin typeface="Space Grotesk"/>
                <a:ea typeface="Space Grotesk"/>
                <a:cs typeface="Space Grotesk"/>
              </a:defRPr>
            </a:pPr>
            <a:r>
              <a:rPr sz="1800" b="0" lang="id-ID">
                <a:solidFill>
                  <a:srgbClr val="004999"/>
                </a:solidFill>
                <a:latin typeface="Space Grotesk"/>
                <a:ea typeface="Space Grotesk"/>
                <a:cs typeface="Space Grotesk"/>
              </a:rPr>
              <a:t>[Satuan]</a:t>
            </a:r>
          </a:p>
        </p:txBody>
      </p:sp>
      <p:sp>
        <p:nvSpPr>
          <p:cNvPr id="17" name="Isian 14">
            <a:extLst xmlns:a="http://schemas.openxmlformats.org/drawingml/2006/main">
              <a:ext uri="{FF2B5EF4-FFF2-40B4-BE49-F238E27FC236}">
                <a16:creationId xmlns:a16="http://schemas.microsoft.com/office/drawing/2014/main" id="{9FB0314E-4DA8-4E46-A6E5-2395A13B42FA}"/>
              </a:ext>
            </a:extLst>
          </p:cNvPr>
          <p:cNvSpPr>
            <a:spLocks xmlns:a="http://schemas.openxmlformats.org/drawingml/2006/main" noGrp="1"/>
          </p:cNvSpPr>
          <p:nvPr>
            <p:ph type="body" idx="14" hasCustomPrompt="1"/>
          </p:nvPr>
        </p:nvSpPr>
        <p:spPr>
          <a:xfrm xmlns:a="http://schemas.openxmlformats.org/drawingml/2006/main">
            <a:off x="6248400" y="48577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Periode: [bulan tahun]</a:t>
            </a:r>
          </a:p>
        </p:txBody>
      </p:sp>
      <p:sp>
        <p:nvSpPr>
          <p:cNvPr id="18" name="Isian 15">
            <a:extLst xmlns:a="http://schemas.openxmlformats.org/drawingml/2006/main">
              <a:ext uri="{FF2B5EF4-FFF2-40B4-BE49-F238E27FC236}">
                <a16:creationId xmlns:a16="http://schemas.microsoft.com/office/drawing/2014/main" id="{3B332CCA-6110-4CB6-A06A-AA9991A08059}"/>
              </a:ext>
            </a:extLst>
          </p:cNvPr>
          <p:cNvSpPr>
            <a:spLocks xmlns:a="http://schemas.openxmlformats.org/drawingml/2006/main" noGrp="1"/>
          </p:cNvSpPr>
          <p:nvPr>
            <p:ph type="body" idx="15" hasCustomPrompt="1"/>
          </p:nvPr>
        </p:nvSpPr>
        <p:spPr>
          <a:xfrm xmlns:a="http://schemas.openxmlformats.org/drawingml/2006/main">
            <a:off x="9067800" y="283845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[Nama KPI 4]</a:t>
            </a:r>
          </a:p>
        </p:txBody>
      </p:sp>
      <p:sp>
        <p:nvSpPr>
          <p:cNvPr id="19" name="Isian 16">
            <a:extLst xmlns:a="http://schemas.openxmlformats.org/drawingml/2006/main">
              <a:ext uri="{FF2B5EF4-FFF2-40B4-BE49-F238E27FC236}">
                <a16:creationId xmlns:a16="http://schemas.microsoft.com/office/drawing/2014/main" id="{665D1308-C34D-435D-A332-895EF172A659}"/>
              </a:ext>
            </a:extLst>
          </p:cNvPr>
          <p:cNvSpPr>
            <a:spLocks xmlns:a="http://schemas.openxmlformats.org/drawingml/2006/main" noGrp="1"/>
          </p:cNvSpPr>
          <p:nvPr>
            <p:ph type="body" idx="16" hasCustomPrompt="1"/>
          </p:nvPr>
        </p:nvSpPr>
        <p:spPr>
          <a:xfrm xmlns:a="http://schemas.openxmlformats.org/drawingml/2006/main">
            <a:off x="9067800" y="35528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lang="id-ID">
                <a:solidFill>
                  <a:srgbClr val="011627"/>
                </a:solidFill>
                <a:latin typeface="Space Mono"/>
                <a:ea typeface="Space Mono"/>
                <a:cs typeface="Space Mono"/>
              </a:defRPr>
            </a:pPr>
            <a:r>
              <a:rPr sz="4200" b="1" lang="id-ID">
                <a:solidFill>
                  <a:srgbClr val="011627"/>
                </a:solidFill>
                <a:latin typeface="Space Mono"/>
                <a:ea typeface="Space Mono"/>
                <a:cs typeface="Space Mono"/>
              </a:rPr>
              <a:t>XX,X</a:t>
            </a:r>
          </a:p>
        </p:txBody>
      </p:sp>
      <p:sp>
        <p:nvSpPr>
          <p:cNvPr id="20" name="Isian 17">
            <a:extLst xmlns:a="http://schemas.openxmlformats.org/drawingml/2006/main">
              <a:ext uri="{FF2B5EF4-FFF2-40B4-BE49-F238E27FC236}">
                <a16:creationId xmlns:a16="http://schemas.microsoft.com/office/drawing/2014/main" id="{106A1565-0010-4EBA-B371-36E05C190633}"/>
              </a:ext>
            </a:extLst>
          </p:cNvPr>
          <p:cNvSpPr>
            <a:spLocks xmlns:a="http://schemas.openxmlformats.org/drawingml/2006/main" noGrp="1"/>
          </p:cNvSpPr>
          <p:nvPr>
            <p:ph type="body" idx="17" hasCustomPrompt="1"/>
          </p:nvPr>
        </p:nvSpPr>
        <p:spPr>
          <a:xfrm xmlns:a="http://schemas.openxmlformats.org/drawingml/2006/main">
            <a:off x="9067800" y="4324350"/>
            <a:ext cx="2514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04999"/>
                </a:solidFill>
                <a:latin typeface="Space Grotesk"/>
                <a:ea typeface="Space Grotesk"/>
                <a:cs typeface="Space Grotesk"/>
              </a:defRPr>
            </a:pPr>
            <a:r>
              <a:rPr sz="1800" b="0" lang="id-ID">
                <a:solidFill>
                  <a:srgbClr val="004999"/>
                </a:solidFill>
                <a:latin typeface="Space Grotesk"/>
                <a:ea typeface="Space Grotesk"/>
                <a:cs typeface="Space Grotesk"/>
              </a:rPr>
              <a:t>[Satuan]</a:t>
            </a:r>
          </a:p>
        </p:txBody>
      </p:sp>
      <p:sp>
        <p:nvSpPr>
          <p:cNvPr id="21" name="Isian 18">
            <a:extLst xmlns:a="http://schemas.openxmlformats.org/drawingml/2006/main">
              <a:ext uri="{FF2B5EF4-FFF2-40B4-BE49-F238E27FC236}">
                <a16:creationId xmlns:a16="http://schemas.microsoft.com/office/drawing/2014/main" id="{9487E40B-E51C-43A1-AB6D-1E6879FC4BE7}"/>
              </a:ext>
            </a:extLst>
          </p:cNvPr>
          <p:cNvSpPr>
            <a:spLocks xmlns:a="http://schemas.openxmlformats.org/drawingml/2006/main" noGrp="1"/>
          </p:cNvSpPr>
          <p:nvPr>
            <p:ph type="body" idx="18" hasCustomPrompt="1"/>
          </p:nvPr>
        </p:nvSpPr>
        <p:spPr>
          <a:xfrm xmlns:a="http://schemas.openxmlformats.org/drawingml/2006/main">
            <a:off x="9067800" y="48577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536679"/>
                </a:solidFill>
                <a:latin typeface="Space Grotesk"/>
                <a:ea typeface="Space Grotesk"/>
                <a:cs typeface="Space Grotesk"/>
              </a:defRPr>
            </a:pPr>
            <a:r>
              <a:rPr sz="1350" b="0" lang="id-ID">
                <a:solidFill>
                  <a:srgbClr val="536679"/>
                </a:solidFill>
                <a:latin typeface="Space Grotesk"/>
                <a:ea typeface="Space Grotesk"/>
                <a:cs typeface="Space Grotesk"/>
              </a:rPr>
              <a:t>Periode: [bulan tahun]</a:t>
            </a:r>
          </a:p>
        </p:txBody>
      </p:sp>
      <p:sp>
        <p:nvSpPr>
          <p:cNvPr id="22" name="Sumber dan periode">
            <a:extLst xmlns:a="http://schemas.openxmlformats.org/drawingml/2006/main">
              <a:ext uri="{FF2B5EF4-FFF2-40B4-BE49-F238E27FC236}">
                <a16:creationId xmlns:a16="http://schemas.microsoft.com/office/drawing/2014/main" id="{0BC2B8CE-0305-407B-8D52-6BCA191C3B54}"/>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Pembanding: [target atau periode sebelumnya]. Sumber: [sistem atau dokumen].</a:t>
            </a:r>
          </a:p>
        </p:txBody>
      </p:sp>
      <p:sp>
        <p:nvSpPr>
          <p:cNvPr id="23" name="Klasifikasi dokumen">
            <a:extLst xmlns:a="http://schemas.openxmlformats.org/drawingml/2006/main">
              <a:ext uri="{FF2B5EF4-FFF2-40B4-BE49-F238E27FC236}">
                <a16:creationId xmlns:a16="http://schemas.microsoft.com/office/drawing/2014/main" id="{22D53BED-2D75-42F0-AFE6-A1BB743D7CF1}"/>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24" name="Nomor slide">
            <a:extLst xmlns:a="http://schemas.openxmlformats.org/drawingml/2006/main">
              <a:ext uri="{FF2B5EF4-FFF2-40B4-BE49-F238E27FC236}">
                <a16:creationId xmlns:a16="http://schemas.microsoft.com/office/drawing/2014/main" id="{9121737C-3954-41A4-99FA-CE45ABC92718}"/>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BACB6F7A-FDB3-4FEF-AC19-098FD3DDD804}" type="slidenum">
              <a:rPr sz="1200" b="0" lang="id-ID">
                <a:solidFill>
                  <a:srgbClr val="536679"/>
                </a:solidFill>
                <a:latin typeface="Space Grotesk"/>
                <a:ea typeface="Space Grotesk"/>
                <a:cs typeface="Space Grotesk"/>
              </a:rPr>
              <a:t>8</a:t>
            </a:fld>
          </a:p>
        </p:txBody>
      </p:sp>
    </p:spTree>
    <p:extLst>
      <p:ext uri="{BB962C8B-B14F-4D97-AF65-F5344CB8AC3E}">
        <p14:creationId xmlns:p14="http://schemas.microsoft.com/office/powerpoint/2010/main" val="1693175698"/>
      </p:ext>
    </p:extLst>
  </p:cSld>
</p:sld>
</file>

<file path=ppt/slides/slide9.xml><?xml version="1.0" encoding="utf-8"?>
<p:sld xmlns:p="http://schemas.openxmlformats.org/presentationml/2006/main">
  <p:cSld name="Grafik perbandingan">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6CDEE878-03CE-42FB-A5D9-EEDA9C89FE62}"/>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Realisasi dan target</a:t>
            </a:r>
          </a:p>
        </p:txBody>
      </p:sp>
      <p:sp>
        <p:nvSpPr>
          <p:cNvPr id="3" name="Bagian">
            <a:extLst xmlns:a="http://schemas.openxmlformats.org/drawingml/2006/main">
              <a:ext uri="{FF2B5EF4-FFF2-40B4-BE49-F238E27FC236}">
                <a16:creationId xmlns:a16="http://schemas.microsoft.com/office/drawing/2014/main" id="{CBE0010C-1257-40B5-BAB4-9D53782F5DC3}"/>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CONTOH DATA</a:t>
            </a:r>
          </a:p>
        </p:txBody>
      </p:sp>
      <p:sp>
        <p:nvSpPr>
          <p:cNvPr id="4" name="Konteks">
            <a:extLst xmlns:a="http://schemas.openxmlformats.org/drawingml/2006/main">
              <a:ext uri="{FF2B5EF4-FFF2-40B4-BE49-F238E27FC236}">
                <a16:creationId xmlns:a16="http://schemas.microsoft.com/office/drawing/2014/main" id="{55BD888F-D291-4CBF-8E15-562E967AF70F}"/>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Contoh penyajian realisasi dan target per triwulan. Satuan: indeks.</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40060C0C-FBD4-410C-B867-AB5F1E40D99A}"/>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graphicFrame>
        <p:nvGraphicFramePr>
          <p:cNvPr id="6" name="Chart" descr="Grafik data ilustratif. Bukan data kinerja aktual JUP."/>
          <p:cNvGraphicFramePr/>
          <p:nvPr>
            <p:ph type="chart" idx="3" hasCustomPrompt="1"/>
          </p:nvPr>
        </p:nvGraphicFramePr>
        <p:xfrm>
          <a:off xmlns:a="http://schemas.openxmlformats.org/drawingml/2006/main" x="609600" y="2714625"/>
          <a:ext xmlns:a="http://schemas.openxmlformats.org/drawingml/2006/main" cx="7848600" cy="2857500"/>
        </p:xfrm>
        <a:graphic xmlns:a="http://schemas.openxmlformats.org/drawingml/2006/main">
          <a:graphicData uri="http://schemas.openxmlformats.org/drawingml/2006/chart">
            <c:chart xmlns:r="http://schemas.openxmlformats.org/officeDocument/2006/relationships" xmlns:c="http://schemas.openxmlformats.org/drawingml/2006/chart" r:id="Rb84c9e4cf6984487"/>
          </a:graphicData>
        </a:graphic>
      </p:graphicFrame>
      <p:sp>
        <p:nvSpPr>
          <p:cNvPr id="7" name="Isian 4">
            <a:extLst xmlns:a="http://schemas.openxmlformats.org/drawingml/2006/main">
              <a:ext uri="{FF2B5EF4-FFF2-40B4-BE49-F238E27FC236}">
                <a16:creationId xmlns:a16="http://schemas.microsoft.com/office/drawing/2014/main" id="{2F11C2BE-67D2-4D30-A14A-BE4A7D301E75}"/>
              </a:ext>
            </a:extLst>
          </p:cNvPr>
          <p:cNvSpPr>
            <a:spLocks xmlns:a="http://schemas.openxmlformats.org/drawingml/2006/main" noGrp="1"/>
          </p:cNvSpPr>
          <p:nvPr>
            <p:ph type="body" idx="4" hasCustomPrompt="1"/>
          </p:nvPr>
        </p:nvSpPr>
        <p:spPr>
          <a:xfrm xmlns:a="http://schemas.openxmlformats.org/drawingml/2006/main">
            <a:off x="9067800" y="28765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lang="id-ID">
                <a:solidFill>
                  <a:srgbClr val="004999"/>
                </a:solidFill>
                <a:latin typeface="Space Grotesk"/>
                <a:ea typeface="Space Grotesk"/>
                <a:cs typeface="Space Grotesk"/>
              </a:defRPr>
            </a:pPr>
            <a:r>
              <a:rPr sz="2250" b="1" lang="id-ID">
                <a:solidFill>
                  <a:srgbClr val="004999"/>
                </a:solidFill>
                <a:latin typeface="Space Grotesk"/>
                <a:ea typeface="Space Grotesk"/>
                <a:cs typeface="Space Grotesk"/>
              </a:rPr>
              <a:t>[Penjelasan selisih]</a:t>
            </a:r>
          </a:p>
        </p:txBody>
      </p:sp>
      <p:sp>
        <p:nvSpPr>
          <p:cNvPr id="8" name="Isian 5">
            <a:extLst xmlns:a="http://schemas.openxmlformats.org/drawingml/2006/main">
              <a:ext uri="{FF2B5EF4-FFF2-40B4-BE49-F238E27FC236}">
                <a16:creationId xmlns:a16="http://schemas.microsoft.com/office/drawing/2014/main" id="{8E7669FC-05B9-474D-902B-4C0C2A7C155C}"/>
              </a:ext>
            </a:extLst>
          </p:cNvPr>
          <p:cNvSpPr>
            <a:spLocks xmlns:a="http://schemas.openxmlformats.org/drawingml/2006/main" noGrp="1"/>
          </p:cNvSpPr>
          <p:nvPr>
            <p:ph type="body" idx="5" hasCustomPrompt="1"/>
          </p:nvPr>
        </p:nvSpPr>
        <p:spPr>
          <a:xfrm xmlns:a="http://schemas.openxmlformats.org/drawingml/2006/main">
            <a:off x="9067800" y="3886200"/>
            <a:ext cx="25146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[Jelaskan penyebab utama dan tindakan yang diperlukan.]</a:t>
            </a:r>
          </a:p>
        </p:txBody>
      </p:sp>
      <p:sp>
        <p:nvSpPr>
          <p:cNvPr id="9" name="Sumber dan periode">
            <a:extLst xmlns:a="http://schemas.openxmlformats.org/drawingml/2006/main">
              <a:ext uri="{FF2B5EF4-FFF2-40B4-BE49-F238E27FC236}">
                <a16:creationId xmlns:a16="http://schemas.microsoft.com/office/drawing/2014/main" id="{942E6C84-1E88-4CB6-B812-9070F95EB4FA}"/>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Data ilustratif, bukan kinerja JUP. Periode contoh: Triwulan I–IV 20XX. Satuan: indeks.</a:t>
            </a:r>
          </a:p>
        </p:txBody>
      </p:sp>
      <p:sp>
        <p:nvSpPr>
          <p:cNvPr id="10" name="Klasifikasi dokumen">
            <a:extLst xmlns:a="http://schemas.openxmlformats.org/drawingml/2006/main">
              <a:ext uri="{FF2B5EF4-FFF2-40B4-BE49-F238E27FC236}">
                <a16:creationId xmlns:a16="http://schemas.microsoft.com/office/drawing/2014/main" id="{F17FC6B8-0DC0-498B-B9D0-DD658D5C8AF6}"/>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1" name="Nomor slide">
            <a:extLst xmlns:a="http://schemas.openxmlformats.org/drawingml/2006/main">
              <a:ext uri="{FF2B5EF4-FFF2-40B4-BE49-F238E27FC236}">
                <a16:creationId xmlns:a16="http://schemas.microsoft.com/office/drawing/2014/main" id="{7F1D92A3-6180-4B9B-9BBE-452F05EAAA8A}"/>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9D7EAA51-2F4B-4BCB-947D-ABF8345E323D}" type="slidenum">
              <a:rPr sz="1200" b="0" lang="id-ID">
                <a:solidFill>
                  <a:srgbClr val="536679"/>
                </a:solidFill>
                <a:latin typeface="Space Grotesk"/>
                <a:ea typeface="Space Grotesk"/>
                <a:cs typeface="Space Grotesk"/>
              </a:rPr>
              <a:t>9</a:t>
            </a:fld>
          </a:p>
        </p:txBody>
      </p:sp>
    </p:spTree>
    <p:extLst>
      <p:ext uri="{BB962C8B-B14F-4D97-AF65-F5344CB8AC3E}">
        <p14:creationId xmlns:p14="http://schemas.microsoft.com/office/powerpoint/2010/main" val="42406854"/>
      </p:ext>
    </p:extLst>
  </p:cSld>
</p:sld>
</file>

<file path=ppt/slides/slide10.xml><?xml version="1.0" encoding="utf-8"?>
<p:sld xmlns:p="http://schemas.openxmlformats.org/presentationml/2006/main">
  <p:cSld name="Grafik tren">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E70AC339-286E-42E6-BD60-C570678DFFF4}"/>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Tren kinerja</a:t>
            </a:r>
          </a:p>
        </p:txBody>
      </p:sp>
      <p:sp>
        <p:nvSpPr>
          <p:cNvPr id="3" name="Bagian">
            <a:extLst xmlns:a="http://schemas.openxmlformats.org/drawingml/2006/main">
              <a:ext uri="{FF2B5EF4-FFF2-40B4-BE49-F238E27FC236}">
                <a16:creationId xmlns:a16="http://schemas.microsoft.com/office/drawing/2014/main" id="{BF6CD60A-6BF9-4DDA-9CD1-88E633FEDB39}"/>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CONTOH DATA</a:t>
            </a:r>
          </a:p>
        </p:txBody>
      </p:sp>
      <p:sp>
        <p:nvSpPr>
          <p:cNvPr id="4" name="Konteks">
            <a:extLst xmlns:a="http://schemas.openxmlformats.org/drawingml/2006/main">
              <a:ext uri="{FF2B5EF4-FFF2-40B4-BE49-F238E27FC236}">
                <a16:creationId xmlns:a16="http://schemas.microsoft.com/office/drawing/2014/main" id="{2557EB1F-C7A8-4602-B5A5-4E16C043572A}"/>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Contoh penyajian tren bulanan. Satuan: indeks.</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74717D6F-444C-47DD-AB23-847D6397716D}"/>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graphicFrame>
        <p:nvGraphicFramePr>
          <p:cNvPr id="6" name="Chart" descr="Grafik data ilustratif. Bukan data kinerja aktual JUP."/>
          <p:cNvGraphicFramePr/>
          <p:nvPr>
            <p:ph type="chart" idx="3" hasCustomPrompt="1"/>
          </p:nvPr>
        </p:nvGraphicFramePr>
        <p:xfrm>
          <a:off xmlns:a="http://schemas.openxmlformats.org/drawingml/2006/main" x="609600" y="2714625"/>
          <a:ext xmlns:a="http://schemas.openxmlformats.org/drawingml/2006/main" cx="7848600" cy="2857500"/>
        </p:xfrm>
        <a:graphic xmlns:a="http://schemas.openxmlformats.org/drawingml/2006/main">
          <a:graphicData uri="http://schemas.openxmlformats.org/drawingml/2006/chart">
            <c:chart xmlns:r="http://schemas.openxmlformats.org/officeDocument/2006/relationships" xmlns:c="http://schemas.openxmlformats.org/drawingml/2006/chart" r:id="Re7bb8466fc5e4bc6"/>
          </a:graphicData>
        </a:graphic>
      </p:graphicFrame>
      <p:sp>
        <p:nvSpPr>
          <p:cNvPr id="7" name="Isian 4">
            <a:extLst xmlns:a="http://schemas.openxmlformats.org/drawingml/2006/main">
              <a:ext uri="{FF2B5EF4-FFF2-40B4-BE49-F238E27FC236}">
                <a16:creationId xmlns:a16="http://schemas.microsoft.com/office/drawing/2014/main" id="{0217970E-50DD-406E-BEA2-E4D4587BA07A}"/>
              </a:ext>
            </a:extLst>
          </p:cNvPr>
          <p:cNvSpPr>
            <a:spLocks xmlns:a="http://schemas.openxmlformats.org/drawingml/2006/main" noGrp="1"/>
          </p:cNvSpPr>
          <p:nvPr>
            <p:ph type="body" idx="4" hasCustomPrompt="1"/>
          </p:nvPr>
        </p:nvSpPr>
        <p:spPr>
          <a:xfrm xmlns:a="http://schemas.openxmlformats.org/drawingml/2006/main">
            <a:off x="9067800" y="2876550"/>
            <a:ext cx="2514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lang="id-ID">
                <a:solidFill>
                  <a:srgbClr val="004999"/>
                </a:solidFill>
                <a:latin typeface="Space Grotesk"/>
                <a:ea typeface="Space Grotesk"/>
                <a:cs typeface="Space Grotesk"/>
              </a:defRPr>
            </a:pPr>
            <a:r>
              <a:rPr sz="2250" b="1" lang="id-ID">
                <a:solidFill>
                  <a:srgbClr val="004999"/>
                </a:solidFill>
                <a:latin typeface="Space Grotesk"/>
                <a:ea typeface="Space Grotesk"/>
                <a:cs typeface="Space Grotesk"/>
              </a:rPr>
              <a:t>[Arah perubahan]</a:t>
            </a:r>
          </a:p>
        </p:txBody>
      </p:sp>
      <p:sp>
        <p:nvSpPr>
          <p:cNvPr id="8" name="Isian 5">
            <a:extLst xmlns:a="http://schemas.openxmlformats.org/drawingml/2006/main">
              <a:ext uri="{FF2B5EF4-FFF2-40B4-BE49-F238E27FC236}">
                <a16:creationId xmlns:a16="http://schemas.microsoft.com/office/drawing/2014/main" id="{936C8F62-0A46-427F-95F1-CFF8BDAFE810}"/>
              </a:ext>
            </a:extLst>
          </p:cNvPr>
          <p:cNvSpPr>
            <a:spLocks xmlns:a="http://schemas.openxmlformats.org/drawingml/2006/main" noGrp="1"/>
          </p:cNvSpPr>
          <p:nvPr>
            <p:ph type="body" idx="5" hasCustomPrompt="1"/>
          </p:nvPr>
        </p:nvSpPr>
        <p:spPr>
          <a:xfrm xmlns:a="http://schemas.openxmlformats.org/drawingml/2006/main">
            <a:off x="9067800" y="3962400"/>
            <a:ext cx="25146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[Jelaskan pola perubahan, penyebab, dan dampaknya berdasarkan data.]</a:t>
            </a:r>
          </a:p>
        </p:txBody>
      </p:sp>
      <p:sp>
        <p:nvSpPr>
          <p:cNvPr id="9" name="Sumber dan periode">
            <a:extLst xmlns:a="http://schemas.openxmlformats.org/drawingml/2006/main">
              <a:ext uri="{FF2B5EF4-FFF2-40B4-BE49-F238E27FC236}">
                <a16:creationId xmlns:a16="http://schemas.microsoft.com/office/drawing/2014/main" id="{FF1FD4ED-69D5-41EE-806E-A27975BD644C}"/>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Data ilustratif, bukan kinerja JUP. Periode contoh: Januari–Juni 20XX. Satuan: indeks.</a:t>
            </a:r>
          </a:p>
        </p:txBody>
      </p:sp>
      <p:sp>
        <p:nvSpPr>
          <p:cNvPr id="10" name="Klasifikasi dokumen">
            <a:extLst xmlns:a="http://schemas.openxmlformats.org/drawingml/2006/main">
              <a:ext uri="{FF2B5EF4-FFF2-40B4-BE49-F238E27FC236}">
                <a16:creationId xmlns:a16="http://schemas.microsoft.com/office/drawing/2014/main" id="{9316D57A-0761-4ADC-8E4C-587569D31196}"/>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1" name="Nomor slide">
            <a:extLst xmlns:a="http://schemas.openxmlformats.org/drawingml/2006/main">
              <a:ext uri="{FF2B5EF4-FFF2-40B4-BE49-F238E27FC236}">
                <a16:creationId xmlns:a16="http://schemas.microsoft.com/office/drawing/2014/main" id="{43E72582-4A66-4BB1-9CC7-BFD614042593}"/>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8582C1EB-FD50-4678-B6EC-73D0E6717A37}" type="slidenum">
              <a:rPr sz="1200" b="0" lang="id-ID">
                <a:solidFill>
                  <a:srgbClr val="536679"/>
                </a:solidFill>
                <a:latin typeface="Space Grotesk"/>
                <a:ea typeface="Space Grotesk"/>
                <a:cs typeface="Space Grotesk"/>
              </a:rPr>
              <a:t>10</a:t>
            </a:fld>
          </a:p>
        </p:txBody>
      </p:sp>
    </p:spTree>
    <p:extLst>
      <p:ext uri="{BB962C8B-B14F-4D97-AF65-F5344CB8AC3E}">
        <p14:creationId xmlns:p14="http://schemas.microsoft.com/office/powerpoint/2010/main" val="908029088"/>
      </p:ext>
    </p:extLst>
  </p:cSld>
</p:sld>
</file>

<file path=ppt/slides/slide11.xml><?xml version="1.0" encoding="utf-8"?>
<p:sld xmlns:p="http://schemas.openxmlformats.org/presentationml/2006/main">
  <p:cSld name="Tabel keuangan">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54318C4A-1D1E-46EA-8916-323D2C5C5807}"/>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Ringkasan keuangan</a:t>
            </a:r>
          </a:p>
        </p:txBody>
      </p:sp>
      <p:sp>
        <p:nvSpPr>
          <p:cNvPr id="3" name="Bagian">
            <a:extLst xmlns:a="http://schemas.openxmlformats.org/drawingml/2006/main">
              <a:ext uri="{FF2B5EF4-FFF2-40B4-BE49-F238E27FC236}">
                <a16:creationId xmlns:a16="http://schemas.microsoft.com/office/drawing/2014/main" id="{E5F380CB-2835-4A88-A78C-9626647B8D34}"/>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KEUANGAN</a:t>
            </a:r>
          </a:p>
        </p:txBody>
      </p:sp>
      <p:sp>
        <p:nvSpPr>
          <p:cNvPr id="4" name="Konteks">
            <a:extLst xmlns:a="http://schemas.openxmlformats.org/drawingml/2006/main">
              <a:ext uri="{FF2B5EF4-FFF2-40B4-BE49-F238E27FC236}">
                <a16:creationId xmlns:a16="http://schemas.microsoft.com/office/drawing/2014/main" id="{8571C575-EBEA-4BA4-8C81-ABB2C7B1E49C}"/>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[Periode pelaporan]. Seluruh nilai dalam [Rp juta / Rp miliar].</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DB77D5B3-BD26-418E-A19A-605151F28CAA}"/>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graphicFrame>
        <p:nvGraphicFramePr>
          <p:cNvPr id="6" name="" descr="Tabel isian yang dapat diedit"/>
          <p:cNvGraphicFramePr/>
          <p:nvPr>
            <p:ph type="tbl" idx="3" hasCustomPrompt="1"/>
          </p:nvPr>
        </p:nvGraphicFramePr>
        <p:xfrm>
          <a:off xmlns:a="http://schemas.openxmlformats.org/drawingml/2006/main" x="609600" y="2686050"/>
          <a:ext xmlns:a="http://schemas.openxmlformats.org/drawingml/2006/main" cx="10972800" cy="2800350"/>
        </p:xfrm>
        <a:graphic xmlns:a="http://schemas.openxmlformats.org/drawingml/2006/main">
          <a:graphicData uri="http://schemas.openxmlformats.org/drawingml/2006/table">
            <a:tbl>
              <a:tblPr firstRow="1" bandRow="0" bandCol="0"/>
              <a:tblGrid>
                <a:gridCol w="4572000"/>
                <a:gridCol w="2133600"/>
                <a:gridCol w="2133600"/>
                <a:gridCol w="2133600"/>
              </a:tblGrid>
              <a:tr h="560070">
                <a:tc>
                  <a:txBody>
                    <a:bodyPr lIns="76200" tIns="95250" rIns="76200" bIns="95250">
                      <a:noAutofit/>
                    </a:bodyPr>
                    <a:lstStyle/>
                    <a:p>
                      <a:r>
                        <a:rPr sz="1350" b="1" lang="id-ID">
                          <a:solidFill>
                            <a:srgbClr val="004999"/>
                          </a:solidFill>
                          <a:latin typeface="Space Grotesk"/>
                          <a:ea typeface="Space Grotesk"/>
                          <a:cs typeface="Space Grotesk"/>
                        </a:rPr>
                        <a:t>URAIAN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350" b="1" lang="id-ID">
                          <a:solidFill>
                            <a:srgbClr val="004999"/>
                          </a:solidFill>
                          <a:latin typeface="Space Grotesk"/>
                          <a:ea typeface="Space Grotesk"/>
                          <a:cs typeface="Space Grotesk"/>
                        </a:rPr>
                        <a:t>REALISASI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350" b="1" lang="id-ID">
                          <a:solidFill>
                            <a:srgbClr val="004999"/>
                          </a:solidFill>
                          <a:latin typeface="Space Grotesk"/>
                          <a:ea typeface="Space Grotesk"/>
                          <a:cs typeface="Space Grotesk"/>
                        </a:rPr>
                        <a:t>ANGGARAN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350" b="1" lang="id-ID">
                          <a:solidFill>
                            <a:srgbClr val="004999"/>
                          </a:solidFill>
                          <a:latin typeface="Space Grotesk"/>
                          <a:ea typeface="Space Grotesk"/>
                          <a:cs typeface="Space Grotesk"/>
                        </a:rPr>
                        <a:t>SELISIH</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800" b="0" lang="id-ID">
                          <a:solidFill>
                            <a:srgbClr val="011627"/>
                          </a:solidFill>
                          <a:latin typeface="Space Grotesk"/>
                          <a:ea typeface="Space Grotesk"/>
                          <a:cs typeface="Space Grotesk"/>
                        </a:rPr>
                        <a:t>Pendapatan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800" b="0" lang="id-ID">
                          <a:solidFill>
                            <a:srgbClr val="011627"/>
                          </a:solidFill>
                          <a:latin typeface="Space Grotesk"/>
                          <a:ea typeface="Space Grotesk"/>
                          <a:cs typeface="Space Grotesk"/>
                        </a:rPr>
                        <a:t>Beban operasi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800" b="0" lang="id-ID">
                          <a:solidFill>
                            <a:srgbClr val="011627"/>
                          </a:solidFill>
                          <a:latin typeface="Space Grotesk"/>
                          <a:ea typeface="Space Grotesk"/>
                          <a:cs typeface="Space Grotesk"/>
                        </a:rPr>
                        <a:t>Laba operasi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800" b="0" lang="id-ID">
                          <a:solidFill>
                            <a:srgbClr val="011627"/>
                          </a:solidFill>
                          <a:latin typeface="Space Grotesk"/>
                          <a:ea typeface="Space Grotesk"/>
                          <a:cs typeface="Space Grotesk"/>
                        </a:rPr>
                        <a:t>Belanja modal</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pPr algn="r"/>
                      <a:r>
                        <a:rPr sz="1800" b="0" lang="id-ID">
                          <a:solidFill>
                            <a:srgbClr val="011627"/>
                          </a:solidFill>
                          <a:latin typeface="Space Grotesk"/>
                          <a:ea typeface="Space Grotesk"/>
                          <a:cs typeface="Space Grotesk"/>
                        </a:rPr>
                        <a:t>[Nilai]</a:t>
                      </a:r>
                    </a:p>
                  </a:txBody>
                  <a:tcPr marL="76200" marR="76200" marT="76200" marB="76200">
                    <a:solidFill>
                      <a:srgbClr val="F0F1F1"/>
                    </a:solidFill>
                    <a:lnL w="0">
                      <a:noFill/>
                    </a:lnL>
                    <a:lnR w="0">
                      <a:noFill/>
                    </a:lnR>
                    <a:lnT w="0">
                      <a:noFill/>
                    </a:lnT>
                    <a:lnB w="0">
                      <a:noFill/>
                    </a:lnB>
                    <a:lnTlToBr w="0">
                      <a:noFill/>
                    </a:lnTlToBr>
                    <a:lnBlToTr w="0">
                      <a:noFill/>
                    </a:lnBlToTr>
                  </a:tcPr>
                </a:tc>
              </a:tr>
            </a:tbl>
          </a:graphicData>
        </a:graphic>
      </p:graphicFrame>
      <p:sp>
        <p:nvSpPr>
          <p:cNvPr id="7" name="Sumber dan periode">
            <a:extLst xmlns:a="http://schemas.openxmlformats.org/drawingml/2006/main">
              <a:ext uri="{FF2B5EF4-FFF2-40B4-BE49-F238E27FC236}">
                <a16:creationId xmlns:a16="http://schemas.microsoft.com/office/drawing/2014/main" id="{855F3276-6C5F-44D8-88DB-A11ACF296F7A}"/>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[laporan keuangan]. Status laporan: [sudah / belum diaudit]. Selisih: realisasi dikurangi anggaran.</a:t>
            </a:r>
          </a:p>
        </p:txBody>
      </p:sp>
      <p:sp>
        <p:nvSpPr>
          <p:cNvPr id="8" name="Klasifikasi dokumen">
            <a:extLst xmlns:a="http://schemas.openxmlformats.org/drawingml/2006/main">
              <a:ext uri="{FF2B5EF4-FFF2-40B4-BE49-F238E27FC236}">
                <a16:creationId xmlns:a16="http://schemas.microsoft.com/office/drawing/2014/main" id="{5A9B51D6-6F43-4751-ADF1-9C6651CBE971}"/>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9" name="Nomor slide">
            <a:extLst xmlns:a="http://schemas.openxmlformats.org/drawingml/2006/main">
              <a:ext uri="{FF2B5EF4-FFF2-40B4-BE49-F238E27FC236}">
                <a16:creationId xmlns:a16="http://schemas.microsoft.com/office/drawing/2014/main" id="{F83DF345-F421-4740-97F8-932903F6B08E}"/>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A5D00B21-02C1-4445-8CE4-7689811C22E5}" type="slidenum">
              <a:rPr sz="1200" b="0" lang="id-ID">
                <a:solidFill>
                  <a:srgbClr val="536679"/>
                </a:solidFill>
                <a:latin typeface="Space Grotesk"/>
                <a:ea typeface="Space Grotesk"/>
                <a:cs typeface="Space Grotesk"/>
              </a:rPr>
              <a:t>11</a:t>
            </a:fld>
          </a:p>
        </p:txBody>
      </p:sp>
    </p:spTree>
    <p:extLst>
      <p:ext uri="{BB962C8B-B14F-4D97-AF65-F5344CB8AC3E}">
        <p14:creationId xmlns:p14="http://schemas.microsoft.com/office/powerpoint/2010/main" val="1611738024"/>
      </p:ext>
    </p:extLst>
  </p:cSld>
</p:sld>
</file>

<file path=ppt/slides/slide12.xml><?xml version="1.0" encoding="utf-8"?>
<p:sld xmlns:p="http://schemas.openxmlformats.org/presentationml/2006/main">
  <p:cSld name="Portofolio sektor">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6B21EDE6-BB8C-4BCB-91BF-C86A5F019A77}"/>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Portofolio utilitas</a:t>
            </a:r>
          </a:p>
        </p:txBody>
      </p:sp>
      <p:sp>
        <p:nvSpPr>
          <p:cNvPr id="3" name="Bagian">
            <a:extLst xmlns:a="http://schemas.openxmlformats.org/drawingml/2006/main">
              <a:ext uri="{FF2B5EF4-FFF2-40B4-BE49-F238E27FC236}">
                <a16:creationId xmlns:a16="http://schemas.microsoft.com/office/drawing/2014/main" id="{5D8C6B5A-86A6-4F30-A442-747F69073A73}"/>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PORTOFOLIO</a:t>
            </a:r>
          </a:p>
        </p:txBody>
      </p:sp>
      <p:sp>
        <p:nvSpPr>
          <p:cNvPr id="4" name="Konteks">
            <a:extLst xmlns:a="http://schemas.openxmlformats.org/drawingml/2006/main">
              <a:ext uri="{FF2B5EF4-FFF2-40B4-BE49-F238E27FC236}">
                <a16:creationId xmlns:a16="http://schemas.microsoft.com/office/drawing/2014/main" id="{F794FF03-C929-4D24-9A25-4246F037C133}"/>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[Cakupan portofolio berdasarkan data terverifikasi]</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51C52608-BE10-4A32-851D-9290A5DF386D}"/>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Isian 3">
            <a:extLst xmlns:a="http://schemas.openxmlformats.org/drawingml/2006/main">
              <a:ext uri="{FF2B5EF4-FFF2-40B4-BE49-F238E27FC236}">
                <a16:creationId xmlns:a16="http://schemas.microsoft.com/office/drawing/2014/main" id="{9C6D7853-1226-457F-8242-257632961565}"/>
              </a:ext>
            </a:extLst>
          </p:cNvPr>
          <p:cNvSpPr>
            <a:spLocks xmlns:a="http://schemas.openxmlformats.org/drawingml/2006/main" noGrp="1"/>
          </p:cNvSpPr>
          <p:nvPr>
            <p:ph type="body" idx="3" hasCustomPrompt="1"/>
          </p:nvPr>
        </p:nvSpPr>
        <p:spPr>
          <a:xfrm xmlns:a="http://schemas.openxmlformats.org/drawingml/2006/main">
            <a:off x="6096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Energi surya</a:t>
            </a:r>
          </a:p>
        </p:txBody>
      </p:sp>
      <p:sp>
        <p:nvSpPr>
          <p:cNvPr id="7" name="Isian 4">
            <a:extLst xmlns:a="http://schemas.openxmlformats.org/drawingml/2006/main">
              <a:ext uri="{FF2B5EF4-FFF2-40B4-BE49-F238E27FC236}">
                <a16:creationId xmlns:a16="http://schemas.microsoft.com/office/drawing/2014/main" id="{92325313-345A-43F7-9102-179E2ACE21E7}"/>
              </a:ext>
            </a:extLst>
          </p:cNvPr>
          <p:cNvSpPr>
            <a:spLocks xmlns:a="http://schemas.openxmlformats.org/drawingml/2006/main" noGrp="1"/>
          </p:cNvSpPr>
          <p:nvPr>
            <p:ph type="body" idx="4" hasCustomPrompt="1"/>
          </p:nvPr>
        </p:nvSpPr>
        <p:spPr>
          <a:xfrm xmlns:a="http://schemas.openxmlformats.org/drawingml/2006/main">
            <a:off x="6096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8" name="Isian 5">
            <a:extLst xmlns:a="http://schemas.openxmlformats.org/drawingml/2006/main">
              <a:ext uri="{FF2B5EF4-FFF2-40B4-BE49-F238E27FC236}">
                <a16:creationId xmlns:a16="http://schemas.microsoft.com/office/drawing/2014/main" id="{6851AAF0-891F-4DB7-8842-FA126DA2B8E9}"/>
              </a:ext>
            </a:extLst>
          </p:cNvPr>
          <p:cNvSpPr>
            <a:spLocks xmlns:a="http://schemas.openxmlformats.org/drawingml/2006/main" noGrp="1"/>
          </p:cNvSpPr>
          <p:nvPr>
            <p:ph type="body" idx="5" hasCustomPrompt="1"/>
          </p:nvPr>
        </p:nvSpPr>
        <p:spPr>
          <a:xfrm xmlns:a="http://schemas.openxmlformats.org/drawingml/2006/main">
            <a:off x="28575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Kelistrikan</a:t>
            </a:r>
          </a:p>
        </p:txBody>
      </p:sp>
      <p:sp>
        <p:nvSpPr>
          <p:cNvPr id="9" name="Isian 6">
            <a:extLst xmlns:a="http://schemas.openxmlformats.org/drawingml/2006/main">
              <a:ext uri="{FF2B5EF4-FFF2-40B4-BE49-F238E27FC236}">
                <a16:creationId xmlns:a16="http://schemas.microsoft.com/office/drawing/2014/main" id="{88DF9A71-0CD6-43B3-88B9-BBD5ED4AF6F1}"/>
              </a:ext>
            </a:extLst>
          </p:cNvPr>
          <p:cNvSpPr>
            <a:spLocks xmlns:a="http://schemas.openxmlformats.org/drawingml/2006/main" noGrp="1"/>
          </p:cNvSpPr>
          <p:nvPr>
            <p:ph type="body" idx="6" hasCustomPrompt="1"/>
          </p:nvPr>
        </p:nvSpPr>
        <p:spPr>
          <a:xfrm xmlns:a="http://schemas.openxmlformats.org/drawingml/2006/main">
            <a:off x="28575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10" name="Isian 7">
            <a:extLst xmlns:a="http://schemas.openxmlformats.org/drawingml/2006/main">
              <a:ext uri="{FF2B5EF4-FFF2-40B4-BE49-F238E27FC236}">
                <a16:creationId xmlns:a16="http://schemas.microsoft.com/office/drawing/2014/main" id="{C19DF5E7-66BD-4F3E-A51C-275383E99679}"/>
              </a:ext>
            </a:extLst>
          </p:cNvPr>
          <p:cNvSpPr>
            <a:spLocks xmlns:a="http://schemas.openxmlformats.org/drawingml/2006/main" noGrp="1"/>
          </p:cNvSpPr>
          <p:nvPr>
            <p:ph type="body" idx="7" hasCustomPrompt="1"/>
          </p:nvPr>
        </p:nvSpPr>
        <p:spPr>
          <a:xfrm xmlns:a="http://schemas.openxmlformats.org/drawingml/2006/main">
            <a:off x="51054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Gas</a:t>
            </a:r>
          </a:p>
        </p:txBody>
      </p:sp>
      <p:sp>
        <p:nvSpPr>
          <p:cNvPr id="11" name="Isian 8">
            <a:extLst xmlns:a="http://schemas.openxmlformats.org/drawingml/2006/main">
              <a:ext uri="{FF2B5EF4-FFF2-40B4-BE49-F238E27FC236}">
                <a16:creationId xmlns:a16="http://schemas.microsoft.com/office/drawing/2014/main" id="{ACF3E117-A676-47EC-BCA0-8933C8DA6711}"/>
              </a:ext>
            </a:extLst>
          </p:cNvPr>
          <p:cNvSpPr>
            <a:spLocks xmlns:a="http://schemas.openxmlformats.org/drawingml/2006/main" noGrp="1"/>
          </p:cNvSpPr>
          <p:nvPr>
            <p:ph type="body" idx="8" hasCustomPrompt="1"/>
          </p:nvPr>
        </p:nvSpPr>
        <p:spPr>
          <a:xfrm xmlns:a="http://schemas.openxmlformats.org/drawingml/2006/main">
            <a:off x="51054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12" name="Isian 9">
            <a:extLst xmlns:a="http://schemas.openxmlformats.org/drawingml/2006/main">
              <a:ext uri="{FF2B5EF4-FFF2-40B4-BE49-F238E27FC236}">
                <a16:creationId xmlns:a16="http://schemas.microsoft.com/office/drawing/2014/main" id="{D1DD1026-8E3A-4568-8ABF-41C2D0E80CFC}"/>
              </a:ext>
            </a:extLst>
          </p:cNvPr>
          <p:cNvSpPr>
            <a:spLocks xmlns:a="http://schemas.openxmlformats.org/drawingml/2006/main" noGrp="1"/>
          </p:cNvSpPr>
          <p:nvPr>
            <p:ph type="body" idx="9" hasCustomPrompt="1"/>
          </p:nvPr>
        </p:nvSpPr>
        <p:spPr>
          <a:xfrm xmlns:a="http://schemas.openxmlformats.org/drawingml/2006/main">
            <a:off x="73533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Air</a:t>
            </a:r>
          </a:p>
        </p:txBody>
      </p:sp>
      <p:sp>
        <p:nvSpPr>
          <p:cNvPr id="13" name="Isian 10">
            <a:extLst xmlns:a="http://schemas.openxmlformats.org/drawingml/2006/main">
              <a:ext uri="{FF2B5EF4-FFF2-40B4-BE49-F238E27FC236}">
                <a16:creationId xmlns:a16="http://schemas.microsoft.com/office/drawing/2014/main" id="{979445FF-E484-4C50-9C7A-CF0DA2101220}"/>
              </a:ext>
            </a:extLst>
          </p:cNvPr>
          <p:cNvSpPr>
            <a:spLocks xmlns:a="http://schemas.openxmlformats.org/drawingml/2006/main" noGrp="1"/>
          </p:cNvSpPr>
          <p:nvPr>
            <p:ph type="body" idx="10" hasCustomPrompt="1"/>
          </p:nvPr>
        </p:nvSpPr>
        <p:spPr>
          <a:xfrm xmlns:a="http://schemas.openxmlformats.org/drawingml/2006/main">
            <a:off x="73533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14" name="Isian 11">
            <a:extLst xmlns:a="http://schemas.openxmlformats.org/drawingml/2006/main">
              <a:ext uri="{FF2B5EF4-FFF2-40B4-BE49-F238E27FC236}">
                <a16:creationId xmlns:a16="http://schemas.microsoft.com/office/drawing/2014/main" id="{D298EB2A-933F-47EB-AD76-D36B930264A7}"/>
              </a:ext>
            </a:extLst>
          </p:cNvPr>
          <p:cNvSpPr>
            <a:spLocks xmlns:a="http://schemas.openxmlformats.org/drawingml/2006/main" noGrp="1"/>
          </p:cNvSpPr>
          <p:nvPr>
            <p:ph type="body" idx="11" hasCustomPrompt="1"/>
          </p:nvPr>
        </p:nvSpPr>
        <p:spPr>
          <a:xfrm xmlns:a="http://schemas.openxmlformats.org/drawingml/2006/main">
            <a:off x="9601200" y="3971925"/>
            <a:ext cx="1981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Parkir</a:t>
            </a:r>
          </a:p>
        </p:txBody>
      </p:sp>
      <p:sp>
        <p:nvSpPr>
          <p:cNvPr id="15" name="Isian 12">
            <a:extLst xmlns:a="http://schemas.openxmlformats.org/drawingml/2006/main">
              <a:ext uri="{FF2B5EF4-FFF2-40B4-BE49-F238E27FC236}">
                <a16:creationId xmlns:a16="http://schemas.microsoft.com/office/drawing/2014/main" id="{BFF28C01-02AB-46A0-B43F-4113E5B0806D}"/>
              </a:ext>
            </a:extLst>
          </p:cNvPr>
          <p:cNvSpPr>
            <a:spLocks xmlns:a="http://schemas.openxmlformats.org/drawingml/2006/main" noGrp="1"/>
          </p:cNvSpPr>
          <p:nvPr>
            <p:ph type="body" idx="12" hasCustomPrompt="1"/>
          </p:nvPr>
        </p:nvSpPr>
        <p:spPr>
          <a:xfrm xmlns:a="http://schemas.openxmlformats.org/drawingml/2006/main">
            <a:off x="9601200" y="4657725"/>
            <a:ext cx="1981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[Aset / layanan]</a:t>
            </a:r>
          </a:p>
          <a:p xmlns:a="http://schemas.openxmlformats.org/drawingml/2006/main">
            <a:pPr>
              <a:defRPr sz="1650" b="0" lang="id-ID">
                <a:solidFill>
                  <a:srgbClr val="011627"/>
                </a:solidFill>
                <a:latin typeface="Space Grotesk"/>
                <a:ea typeface="Space Grotesk"/>
                <a:cs typeface="Space Grotesk"/>
              </a:defRPr>
            </a:pPr>
            <a:r>
              <a:rPr sz="1650" b="0" lang="id-ID">
                <a:solidFill>
                  <a:srgbClr val="011627"/>
                </a:solidFill>
                <a:latin typeface="Space Grotesk"/>
                <a:ea typeface="Space Grotesk"/>
                <a:cs typeface="Space Grotesk"/>
              </a:rPr>
              <a:t>[Status aset]</a:t>
            </a:r>
          </a:p>
        </p:txBody>
      </p:sp>
      <p:sp>
        <p:nvSpPr>
          <p:cNvPr id="16" name="Sumber dan periode">
            <a:extLst xmlns:a="http://schemas.openxmlformats.org/drawingml/2006/main">
              <a:ext uri="{FF2B5EF4-FFF2-40B4-BE49-F238E27FC236}">
                <a16:creationId xmlns:a16="http://schemas.microsoft.com/office/drawing/2014/main" id="{DC8FC57E-8B0F-4390-B4C8-6762CF6B5EBF}"/>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[daftar portofolio terverifikasi]. Data per [tanggal].</a:t>
            </a:r>
          </a:p>
        </p:txBody>
      </p:sp>
      <p:sp>
        <p:nvSpPr>
          <p:cNvPr id="17" name="Klasifikasi dokumen">
            <a:extLst xmlns:a="http://schemas.openxmlformats.org/drawingml/2006/main">
              <a:ext uri="{FF2B5EF4-FFF2-40B4-BE49-F238E27FC236}">
                <a16:creationId xmlns:a16="http://schemas.microsoft.com/office/drawing/2014/main" id="{C689BE36-61E0-4E33-AB4D-B5822DF6161F}"/>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8" name="Nomor slide">
            <a:extLst xmlns:a="http://schemas.openxmlformats.org/drawingml/2006/main">
              <a:ext uri="{FF2B5EF4-FFF2-40B4-BE49-F238E27FC236}">
                <a16:creationId xmlns:a16="http://schemas.microsoft.com/office/drawing/2014/main" id="{B03D3552-F059-4237-BFF8-EA1C520D723A}"/>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8E2009F5-154B-4AD1-8C5A-2D67CEF5B69B}" type="slidenum">
              <a:rPr sz="1200" b="0" lang="id-ID">
                <a:solidFill>
                  <a:srgbClr val="536679"/>
                </a:solidFill>
                <a:latin typeface="Space Grotesk"/>
                <a:ea typeface="Space Grotesk"/>
                <a:cs typeface="Space Grotesk"/>
              </a:rPr>
              <a:t>12</a:t>
            </a:fld>
          </a:p>
        </p:txBody>
      </p:sp>
    </p:spTree>
    <p:extLst>
      <p:ext uri="{BB962C8B-B14F-4D97-AF65-F5344CB8AC3E}">
        <p14:creationId xmlns:p14="http://schemas.microsoft.com/office/powerpoint/2010/main" val="423780766"/>
      </p:ext>
    </p:extLst>
  </p:cSld>
</p:sld>
</file>

<file path=ppt/slides/slide13.xml><?xml version="1.0" encoding="utf-8"?>
<p:sld xmlns:p="http://schemas.openxmlformats.org/presentationml/2006/main">
  <p:cSld name="Profil proyek dan foto">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40B0E661-8754-4C70-AED2-B3EAE7B7CD69}"/>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[Nama proyek atau aset]</a:t>
            </a:r>
          </a:p>
        </p:txBody>
      </p:sp>
      <p:sp>
        <p:nvSpPr>
          <p:cNvPr id="3" name="Bagian">
            <a:extLst xmlns:a="http://schemas.openxmlformats.org/drawingml/2006/main">
              <a:ext uri="{FF2B5EF4-FFF2-40B4-BE49-F238E27FC236}">
                <a16:creationId xmlns:a16="http://schemas.microsoft.com/office/drawing/2014/main" id="{11A9C0D7-D1B9-4A4A-AD80-59B0E4334CA8}"/>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PROYEK</a:t>
            </a:r>
          </a:p>
        </p:txBody>
      </p:sp>
      <p:sp>
        <p:nvSpPr>
          <p:cNvPr id="4" name="Konteks">
            <a:extLst xmlns:a="http://schemas.openxmlformats.org/drawingml/2006/main">
              <a:ext uri="{FF2B5EF4-FFF2-40B4-BE49-F238E27FC236}">
                <a16:creationId xmlns:a16="http://schemas.microsoft.com/office/drawing/2014/main" id="{3F6AF153-EF69-4C1F-B8E6-F0D72E42A0C7}"/>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[Lokasi]. [Tahap pengembangan atau status operasi].</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E4142F21-0FAC-44E7-85A2-4A0B21E485A3}"/>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Foto proyek">
            <a:extLst xmlns:a="http://schemas.openxmlformats.org/drawingml/2006/main">
              <a:ext uri="{FF2B5EF4-FFF2-40B4-BE49-F238E27FC236}">
                <a16:creationId xmlns:a16="http://schemas.microsoft.com/office/drawing/2014/main" id="{AA4375B8-6B47-4F64-AF37-C6369CF7085B}"/>
              </a:ext>
            </a:extLst>
          </p:cNvPr>
          <p:cNvSpPr>
            <a:spLocks xmlns:a="http://schemas.openxmlformats.org/drawingml/2006/main" noGrp="1"/>
          </p:cNvSpPr>
          <p:nvPr>
            <p:ph type="pic" idx="3" hasCustomPrompt="1"/>
          </p:nvPr>
        </p:nvSpPr>
        <p:spPr>
          <a:xfrm xmlns:a="http://schemas.openxmlformats.org/drawingml/2006/main">
            <a:off x="609600" y="2705100"/>
            <a:ext cx="6019800" cy="28575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0" lang="id-ID">
                <a:solidFill>
                  <a:srgbClr val="536679"/>
                </a:solidFill>
                <a:latin typeface="Space Grotesk"/>
                <a:ea typeface="Space Grotesk"/>
                <a:cs typeface="Space Grotesk"/>
              </a:defRPr>
            </a:pPr>
            <a:r>
              <a:rPr sz="1950" b="0" lang="id-ID">
                <a:solidFill>
                  <a:srgbClr val="536679"/>
                </a:solidFill>
                <a:latin typeface="Space Grotesk"/>
                <a:ea typeface="Space Grotesk"/>
                <a:cs typeface="Space Grotesk"/>
              </a:rPr>
              <a:t>[Foto proyek / aset]</a:t>
            </a:r>
          </a:p>
          <a:p xmlns:a="http://schemas.openxmlformats.org/drawingml/2006/main">
            <a:r>
              <a:t/>
            </a:r>
          </a:p>
          <a:p xmlns:a="http://schemas.openxmlformats.org/drawingml/2006/main">
            <a:pPr algn="ctr">
              <a:defRPr sz="1950" b="0" lang="id-ID">
                <a:solidFill>
                  <a:srgbClr val="536679"/>
                </a:solidFill>
                <a:latin typeface="Space Grotesk"/>
                <a:ea typeface="Space Grotesk"/>
                <a:cs typeface="Space Grotesk"/>
              </a:defRPr>
            </a:pPr>
            <a:r>
              <a:rPr sz="1950" b="0" lang="id-ID">
                <a:solidFill>
                  <a:srgbClr val="536679"/>
                </a:solidFill>
                <a:latin typeface="Space Grotesk"/>
                <a:ea typeface="Space Grotesk"/>
                <a:cs typeface="Space Grotesk"/>
              </a:rPr>
              <a:t>Ganti dengan dokumentasi resmi</a:t>
            </a:r>
          </a:p>
        </p:txBody>
      </p:sp>
      <p:sp>
        <p:nvSpPr>
          <p:cNvPr id="7" name="Isian 4">
            <a:extLst xmlns:a="http://schemas.openxmlformats.org/drawingml/2006/main">
              <a:ext uri="{FF2B5EF4-FFF2-40B4-BE49-F238E27FC236}">
                <a16:creationId xmlns:a16="http://schemas.microsoft.com/office/drawing/2014/main" id="{A45057F2-B150-4F59-9654-D94DFEA83F38}"/>
              </a:ext>
            </a:extLst>
          </p:cNvPr>
          <p:cNvSpPr>
            <a:spLocks xmlns:a="http://schemas.openxmlformats.org/drawingml/2006/main" noGrp="1"/>
          </p:cNvSpPr>
          <p:nvPr>
            <p:ph type="body" idx="4" hasCustomPrompt="1"/>
          </p:nvPr>
        </p:nvSpPr>
        <p:spPr>
          <a:xfrm xmlns:a="http://schemas.openxmlformats.org/drawingml/2006/main">
            <a:off x="7239000" y="2724150"/>
            <a:ext cx="4343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lang="id-ID">
                <a:solidFill>
                  <a:srgbClr val="004999"/>
                </a:solidFill>
                <a:latin typeface="Space Grotesk"/>
                <a:ea typeface="Space Grotesk"/>
                <a:cs typeface="Space Grotesk"/>
              </a:defRPr>
            </a:pPr>
            <a:r>
              <a:rPr sz="2250" b="1" lang="id-ID">
                <a:solidFill>
                  <a:srgbClr val="004999"/>
                </a:solidFill>
                <a:latin typeface="Space Grotesk"/>
                <a:ea typeface="Space Grotesk"/>
                <a:cs typeface="Space Grotesk"/>
              </a:rPr>
              <a:t>Ringkasan proyek</a:t>
            </a:r>
          </a:p>
        </p:txBody>
      </p:sp>
      <p:sp>
        <p:nvSpPr>
          <p:cNvPr id="8" name="Isian 5">
            <a:extLst xmlns:a="http://schemas.openxmlformats.org/drawingml/2006/main">
              <a:ext uri="{FF2B5EF4-FFF2-40B4-BE49-F238E27FC236}">
                <a16:creationId xmlns:a16="http://schemas.microsoft.com/office/drawing/2014/main" id="{E525F4EB-A091-4BAB-8616-D567CAFC4055}"/>
              </a:ext>
            </a:extLst>
          </p:cNvPr>
          <p:cNvSpPr>
            <a:spLocks xmlns:a="http://schemas.openxmlformats.org/drawingml/2006/main" noGrp="1"/>
          </p:cNvSpPr>
          <p:nvPr>
            <p:ph type="body" idx="5" hasCustomPrompt="1"/>
          </p:nvPr>
        </p:nvSpPr>
        <p:spPr>
          <a:xfrm xmlns:a="http://schemas.openxmlformats.org/drawingml/2006/main">
            <a:off x="7239000" y="3352800"/>
            <a:ext cx="43434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[Tujuan dan manfaat]</a:t>
            </a:r>
          </a:p>
          <a:p xmlns:a="http://schemas.openxmlformats.org/drawingml/2006/main">
            <a:r>
              <a:t/>
            </a:r>
          </a:p>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[Lingkup pekerjaan]</a:t>
            </a:r>
          </a:p>
          <a:p xmlns:a="http://schemas.openxmlformats.org/drawingml/2006/main">
            <a:r>
              <a:t/>
            </a:r>
          </a:p>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[Penanggung jawab]</a:t>
            </a:r>
          </a:p>
          <a:p xmlns:a="http://schemas.openxmlformats.org/drawingml/2006/main">
            <a:r>
              <a:t/>
            </a:r>
          </a:p>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[Milestone berikutnya]</a:t>
            </a:r>
          </a:p>
        </p:txBody>
      </p:sp>
      <p:sp>
        <p:nvSpPr>
          <p:cNvPr id="9" name="Sumber dan periode">
            <a:extLst xmlns:a="http://schemas.openxmlformats.org/drawingml/2006/main">
              <a:ext uri="{FF2B5EF4-FFF2-40B4-BE49-F238E27FC236}">
                <a16:creationId xmlns:a16="http://schemas.microsoft.com/office/drawing/2014/main" id="{C0ADEAAD-D435-4E40-8793-3A10091D30F2}"/>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foto: [unit / fotografer]. Tanggal: [tanggal foto]. Data proyek per [tanggal].</a:t>
            </a:r>
          </a:p>
        </p:txBody>
      </p:sp>
      <p:sp>
        <p:nvSpPr>
          <p:cNvPr id="10" name="Klasifikasi dokumen">
            <a:extLst xmlns:a="http://schemas.openxmlformats.org/drawingml/2006/main">
              <a:ext uri="{FF2B5EF4-FFF2-40B4-BE49-F238E27FC236}">
                <a16:creationId xmlns:a16="http://schemas.microsoft.com/office/drawing/2014/main" id="{9426A769-76A5-4DDD-B164-B75588110300}"/>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1" name="Nomor slide">
            <a:extLst xmlns:a="http://schemas.openxmlformats.org/drawingml/2006/main">
              <a:ext uri="{FF2B5EF4-FFF2-40B4-BE49-F238E27FC236}">
                <a16:creationId xmlns:a16="http://schemas.microsoft.com/office/drawing/2014/main" id="{CC5DC90F-4B7A-4BBB-928C-31E0EF53B65B}"/>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13</a:t>
            </a:fld>
          </a:p>
        </p:txBody>
      </p:sp>
    </p:spTree>
    <p:extLst>
      <p:ext uri="{BB962C8B-B14F-4D97-AF65-F5344CB8AC3E}">
        <p14:creationId xmlns:p14="http://schemas.microsoft.com/office/powerpoint/2010/main" val="602947508"/>
      </p:ext>
    </p:extLst>
  </p:cSld>
</p:sld>
</file>

<file path=ppt/slides/slide14.xml><?xml version="1.0" encoding="utf-8"?>
<p:sld xmlns:p="http://schemas.openxmlformats.org/presentationml/2006/main">
  <p:cSld name="Jadwal pelaksanaan">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47F1BB06-B24E-483E-B356-520CCDE62D33}"/>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Jadwal pelaksanaan</a:t>
            </a:r>
          </a:p>
        </p:txBody>
      </p:sp>
      <p:sp>
        <p:nvSpPr>
          <p:cNvPr id="3" name="Bagian">
            <a:extLst xmlns:a="http://schemas.openxmlformats.org/drawingml/2006/main">
              <a:ext uri="{FF2B5EF4-FFF2-40B4-BE49-F238E27FC236}">
                <a16:creationId xmlns:a16="http://schemas.microsoft.com/office/drawing/2014/main" id="{62EBE2C0-A0FE-4AC1-8F6F-D111F6E3780A}"/>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PELAKSANAAN</a:t>
            </a:r>
          </a:p>
        </p:txBody>
      </p:sp>
      <p:sp>
        <p:nvSpPr>
          <p:cNvPr id="4" name="Konteks">
            <a:extLst xmlns:a="http://schemas.openxmlformats.org/drawingml/2006/main">
              <a:ext uri="{FF2B5EF4-FFF2-40B4-BE49-F238E27FC236}">
                <a16:creationId xmlns:a16="http://schemas.microsoft.com/office/drawing/2014/main" id="{1EACE904-061F-4345-89FA-D6B803430900}"/>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[Program]. [Periode pelaksanaan].</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FC5E8E8D-423C-437D-A3AD-4320CDA974FE}"/>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graphicFrame>
        <p:nvGraphicFramePr>
          <p:cNvPr id="6" name="" descr="Tabel isian yang dapat diedit"/>
          <p:cNvGraphicFramePr/>
          <p:nvPr>
            <p:ph type="tbl" idx="3" hasCustomPrompt="1"/>
          </p:nvPr>
        </p:nvGraphicFramePr>
        <p:xfrm>
          <a:off xmlns:a="http://schemas.openxmlformats.org/drawingml/2006/main" x="609600" y="2686050"/>
          <a:ext xmlns:a="http://schemas.openxmlformats.org/drawingml/2006/main" cx="10972800" cy="2800350"/>
        </p:xfrm>
        <a:graphic xmlns:a="http://schemas.openxmlformats.org/drawingml/2006/main">
          <a:graphicData uri="http://schemas.openxmlformats.org/drawingml/2006/table">
            <a:tbl>
              <a:tblPr firstRow="1" bandRow="0" bandCol="0"/>
              <a:tblGrid>
                <a:gridCol w="3657600"/>
                <a:gridCol w="1828800"/>
                <a:gridCol w="1828800"/>
                <a:gridCol w="1828800"/>
                <a:gridCol w="1828800"/>
              </a:tblGrid>
              <a:tr h="560070">
                <a:tc>
                  <a:txBody>
                    <a:bodyPr lIns="76200" tIns="95250" rIns="76200" bIns="95250">
                      <a:noAutofit/>
                    </a:bodyPr>
                    <a:lstStyle/>
                    <a:p>
                      <a:r>
                        <a:rPr sz="1350" b="1" lang="id-ID">
                          <a:solidFill>
                            <a:srgbClr val="004999"/>
                          </a:solidFill>
                          <a:latin typeface="Space Grotesk"/>
                          <a:ea typeface="Space Grotesk"/>
                          <a:cs typeface="Space Grotesk"/>
                        </a:rPr>
                        <a:t>TAHAP / KEGIATAN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PERIODE 1</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PERIODE 2</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PERIODE 3</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PERIODE 4</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650" b="0" lang="id-ID">
                          <a:solidFill>
                            <a:srgbClr val="011627"/>
                          </a:solidFill>
                          <a:latin typeface="Space Grotesk"/>
                          <a:ea typeface="Space Grotesk"/>
                          <a:cs typeface="Space Grotesk"/>
                        </a:rPr>
                        <a:t>[Persiapan]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1" lang="id-ID">
                          <a:solidFill>
                            <a:srgbClr val="004999"/>
                          </a:solidFill>
                          <a:latin typeface="Space Grotesk"/>
                          <a:ea typeface="Space Grotesk"/>
                          <a:cs typeface="Space Grotesk"/>
                        </a:rPr>
                        <a:t>Mulai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1" lang="id-ID">
                          <a:solidFill>
                            <a:srgbClr val="004999"/>
                          </a:solidFill>
                          <a:latin typeface="Space Grotesk"/>
                          <a:ea typeface="Space Grotesk"/>
                          <a:cs typeface="Space Grotesk"/>
                        </a:rPr>
                        <a:t>Selesai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650" b="0" lang="id-ID">
                          <a:solidFill>
                            <a:srgbClr val="011627"/>
                          </a:solidFill>
                          <a:latin typeface="Space Grotesk"/>
                          <a:ea typeface="Space Grotesk"/>
                          <a:cs typeface="Space Grotesk"/>
                        </a:rPr>
                        <a:t>[Pelaksanaan]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1" lang="id-ID">
                          <a:solidFill>
                            <a:srgbClr val="004999"/>
                          </a:solidFill>
                          <a:latin typeface="Space Grotesk"/>
                          <a:ea typeface="Space Grotesk"/>
                          <a:cs typeface="Space Grotesk"/>
                        </a:rPr>
                        <a:t>Mulai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1" lang="id-ID">
                          <a:solidFill>
                            <a:srgbClr val="004999"/>
                          </a:solidFill>
                          <a:latin typeface="Space Grotesk"/>
                          <a:ea typeface="Space Grotesk"/>
                          <a:cs typeface="Space Grotesk"/>
                        </a:rPr>
                        <a:t>Berjalan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1" lang="id-ID">
                          <a:solidFill>
                            <a:srgbClr val="004999"/>
                          </a:solidFill>
                          <a:latin typeface="Space Grotesk"/>
                          <a:ea typeface="Space Grotesk"/>
                          <a:cs typeface="Space Grotesk"/>
                        </a:rPr>
                        <a:t>Selesai</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650" b="0" lang="id-ID">
                          <a:solidFill>
                            <a:srgbClr val="011627"/>
                          </a:solidFill>
                          <a:latin typeface="Space Grotesk"/>
                          <a:ea typeface="Space Grotesk"/>
                          <a:cs typeface="Space Grotesk"/>
                        </a:rPr>
                        <a:t>[Evaluasi]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1" lang="id-ID">
                          <a:solidFill>
                            <a:srgbClr val="004999"/>
                          </a:solidFill>
                          <a:latin typeface="Space Grotesk"/>
                          <a:ea typeface="Space Grotesk"/>
                          <a:cs typeface="Space Grotesk"/>
                        </a:rPr>
                        <a:t>Mulai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1" lang="id-ID">
                          <a:solidFill>
                            <a:srgbClr val="004999"/>
                          </a:solidFill>
                          <a:latin typeface="Space Grotesk"/>
                          <a:ea typeface="Space Grotesk"/>
                          <a:cs typeface="Space Grotesk"/>
                        </a:rPr>
                        <a:t>Selesai</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650" b="0" lang="id-ID">
                          <a:solidFill>
                            <a:srgbClr val="011627"/>
                          </a:solidFill>
                          <a:latin typeface="Space Grotesk"/>
                          <a:ea typeface="Space Grotesk"/>
                          <a:cs typeface="Space Grotesk"/>
                        </a:rPr>
                        <a:t>[Penanggung jawab]</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[PIC]</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[PIC]</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[PIC]</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[PIC]</a:t>
                      </a:r>
                    </a:p>
                  </a:txBody>
                  <a:tcPr marL="76200" marR="76200" marT="76200" marB="76200">
                    <a:solidFill>
                      <a:srgbClr val="F0F1F1"/>
                    </a:solidFill>
                    <a:lnL w="0">
                      <a:noFill/>
                    </a:lnL>
                    <a:lnR w="0">
                      <a:noFill/>
                    </a:lnR>
                    <a:lnT w="0">
                      <a:noFill/>
                    </a:lnT>
                    <a:lnB w="0">
                      <a:noFill/>
                    </a:lnB>
                    <a:lnTlToBr w="0">
                      <a:noFill/>
                    </a:lnTlToBr>
                    <a:lnBlToTr w="0">
                      <a:noFill/>
                    </a:lnBlToTr>
                  </a:tcPr>
                </a:tc>
              </a:tr>
            </a:tbl>
          </a:graphicData>
        </a:graphic>
      </p:graphicFrame>
      <p:sp>
        <p:nvSpPr>
          <p:cNvPr id="7" name="Sumber dan periode">
            <a:extLst xmlns:a="http://schemas.openxmlformats.org/drawingml/2006/main">
              <a:ext uri="{FF2B5EF4-FFF2-40B4-BE49-F238E27FC236}">
                <a16:creationId xmlns:a16="http://schemas.microsoft.com/office/drawing/2014/main" id="{1DA1B5B8-3F8A-4FF6-AED5-ADB5DAE1CCBB}"/>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[rencana kerja]. Versi: [nomor]. Diperbarui: [tanggal].</a:t>
            </a:r>
          </a:p>
        </p:txBody>
      </p:sp>
      <p:sp>
        <p:nvSpPr>
          <p:cNvPr id="8" name="Klasifikasi dokumen">
            <a:extLst xmlns:a="http://schemas.openxmlformats.org/drawingml/2006/main">
              <a:ext uri="{FF2B5EF4-FFF2-40B4-BE49-F238E27FC236}">
                <a16:creationId xmlns:a16="http://schemas.microsoft.com/office/drawing/2014/main" id="{AF5C2CB3-D59C-4F64-875A-D2485621638D}"/>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9" name="Nomor slide">
            <a:extLst xmlns:a="http://schemas.openxmlformats.org/drawingml/2006/main">
              <a:ext uri="{FF2B5EF4-FFF2-40B4-BE49-F238E27FC236}">
                <a16:creationId xmlns:a16="http://schemas.microsoft.com/office/drawing/2014/main" id="{BBD04FAE-82A5-4C8D-B705-4C892D5775C4}"/>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BCCA25B2-488F-4BFB-85FA-F283A60DFA34}" type="slidenum">
              <a:rPr sz="1200" b="0" lang="id-ID">
                <a:solidFill>
                  <a:srgbClr val="536679"/>
                </a:solidFill>
                <a:latin typeface="Space Grotesk"/>
                <a:ea typeface="Space Grotesk"/>
                <a:cs typeface="Space Grotesk"/>
              </a:rPr>
              <a:t>14</a:t>
            </a:fld>
          </a:p>
        </p:txBody>
      </p:sp>
    </p:spTree>
    <p:extLst>
      <p:ext uri="{BB962C8B-B14F-4D97-AF65-F5344CB8AC3E}">
        <p14:creationId xmlns:p14="http://schemas.microsoft.com/office/powerpoint/2010/main" val="1849482920"/>
      </p:ext>
    </p:extLst>
  </p:cSld>
</p:sld>
</file>

<file path=ppt/slides/slide15.xml><?xml version="1.0" encoding="utf-8"?>
<p:sld xmlns:p="http://schemas.openxmlformats.org/presentationml/2006/main">
  <p:cSld name="Tahapan proses">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85E2AC46-8F79-468A-B250-E6B0CBB896F1}"/>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[Nama proses atau alur kerja]</a:t>
            </a:r>
          </a:p>
        </p:txBody>
      </p:sp>
      <p:sp>
        <p:nvSpPr>
          <p:cNvPr id="3" name="Bagian">
            <a:extLst xmlns:a="http://schemas.openxmlformats.org/drawingml/2006/main">
              <a:ext uri="{FF2B5EF4-FFF2-40B4-BE49-F238E27FC236}">
                <a16:creationId xmlns:a16="http://schemas.microsoft.com/office/drawing/2014/main" id="{3FF8C20A-4A45-471F-92F0-405CCF7222E3}"/>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PROSES</a:t>
            </a:r>
          </a:p>
        </p:txBody>
      </p:sp>
      <p:sp>
        <p:nvSpPr>
          <p:cNvPr id="4" name="Konteks">
            <a:extLst xmlns:a="http://schemas.openxmlformats.org/drawingml/2006/main">
              <a:ext uri="{FF2B5EF4-FFF2-40B4-BE49-F238E27FC236}">
                <a16:creationId xmlns:a16="http://schemas.microsoft.com/office/drawing/2014/main" id="{A9088ADC-F018-488B-B742-640C43FB9E04}"/>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[Titik awal, hasil akhir, dan cakupan proses]</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DF72257B-12C8-4015-AC48-85161D8F03E7}"/>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Isian 3">
            <a:extLst xmlns:a="http://schemas.openxmlformats.org/drawingml/2006/main">
              <a:ext uri="{FF2B5EF4-FFF2-40B4-BE49-F238E27FC236}">
                <a16:creationId xmlns:a16="http://schemas.microsoft.com/office/drawing/2014/main" id="{92FFC97A-BF26-40CA-A2AE-3FA98BD16729}"/>
              </a:ext>
            </a:extLst>
          </p:cNvPr>
          <p:cNvSpPr>
            <a:spLocks xmlns:a="http://schemas.openxmlformats.org/drawingml/2006/main" noGrp="1"/>
          </p:cNvSpPr>
          <p:nvPr>
            <p:ph type="body" idx="3" hasCustomPrompt="1"/>
          </p:nvPr>
        </p:nvSpPr>
        <p:spPr>
          <a:xfrm xmlns:a="http://schemas.openxmlformats.org/drawingml/2006/main">
            <a:off x="609600"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04999"/>
                </a:solidFill>
                <a:latin typeface="Space Grotesk"/>
                <a:ea typeface="Space Grotesk"/>
                <a:cs typeface="Space Grotesk"/>
              </a:defRPr>
            </a:pPr>
            <a:r>
              <a:rPr sz="3300" b="1" lang="id-ID">
                <a:solidFill>
                  <a:srgbClr val="004999"/>
                </a:solidFill>
                <a:latin typeface="Space Grotesk"/>
                <a:ea typeface="Space Grotesk"/>
                <a:cs typeface="Space Grotesk"/>
              </a:rPr>
              <a:t>01</a:t>
            </a:r>
          </a:p>
        </p:txBody>
      </p:sp>
      <p:sp>
        <p:nvSpPr>
          <p:cNvPr id="7" name="Isian 4">
            <a:extLst xmlns:a="http://schemas.openxmlformats.org/drawingml/2006/main">
              <a:ext uri="{FF2B5EF4-FFF2-40B4-BE49-F238E27FC236}">
                <a16:creationId xmlns:a16="http://schemas.microsoft.com/office/drawing/2014/main" id="{317A8E9D-5AF3-4A43-A569-0273E2B8DDE2}"/>
              </a:ext>
            </a:extLst>
          </p:cNvPr>
          <p:cNvSpPr>
            <a:spLocks xmlns:a="http://schemas.openxmlformats.org/drawingml/2006/main" noGrp="1"/>
          </p:cNvSpPr>
          <p:nvPr>
            <p:ph type="body" idx="4" hasCustomPrompt="1"/>
          </p:nvPr>
        </p:nvSpPr>
        <p:spPr>
          <a:xfrm xmlns:a="http://schemas.openxmlformats.org/drawingml/2006/main">
            <a:off x="609600" y="38576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lang="id-ID">
                <a:solidFill>
                  <a:srgbClr val="011627"/>
                </a:solidFill>
                <a:latin typeface="Space Grotesk"/>
                <a:ea typeface="Space Grotesk"/>
                <a:cs typeface="Space Grotesk"/>
              </a:defRPr>
            </a:pPr>
            <a:r>
              <a:rPr sz="2100" b="1" lang="id-ID">
                <a:solidFill>
                  <a:srgbClr val="011627"/>
                </a:solidFill>
                <a:latin typeface="Space Grotesk"/>
                <a:ea typeface="Space Grotesk"/>
                <a:cs typeface="Space Grotesk"/>
              </a:rPr>
              <a:t>[Tahap pertama]</a:t>
            </a:r>
          </a:p>
        </p:txBody>
      </p:sp>
      <p:sp>
        <p:nvSpPr>
          <p:cNvPr id="8" name="Isian 5">
            <a:extLst xmlns:a="http://schemas.openxmlformats.org/drawingml/2006/main">
              <a:ext uri="{FF2B5EF4-FFF2-40B4-BE49-F238E27FC236}">
                <a16:creationId xmlns:a16="http://schemas.microsoft.com/office/drawing/2014/main" id="{47F4BB12-7243-4E97-BCFB-9562DC800B08}"/>
              </a:ext>
            </a:extLst>
          </p:cNvPr>
          <p:cNvSpPr>
            <a:spLocks xmlns:a="http://schemas.openxmlformats.org/drawingml/2006/main" noGrp="1"/>
          </p:cNvSpPr>
          <p:nvPr>
            <p:ph type="body" idx="5" hasCustomPrompt="1"/>
          </p:nvPr>
        </p:nvSpPr>
        <p:spPr>
          <a:xfrm xmlns:a="http://schemas.openxmlformats.org/drawingml/2006/main">
            <a:off x="609600" y="47910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[Masukan dan PIC]</a:t>
            </a:r>
          </a:p>
        </p:txBody>
      </p:sp>
      <p:sp>
        <p:nvSpPr>
          <p:cNvPr id="9" name="Isian 6">
            <a:extLst xmlns:a="http://schemas.openxmlformats.org/drawingml/2006/main">
              <a:ext uri="{FF2B5EF4-FFF2-40B4-BE49-F238E27FC236}">
                <a16:creationId xmlns:a16="http://schemas.microsoft.com/office/drawing/2014/main" id="{9F4D4716-85D3-428D-B7AF-C95551A8C4C4}"/>
              </a:ext>
            </a:extLst>
          </p:cNvPr>
          <p:cNvSpPr>
            <a:spLocks xmlns:a="http://schemas.openxmlformats.org/drawingml/2006/main" noGrp="1"/>
          </p:cNvSpPr>
          <p:nvPr>
            <p:ph type="body" idx="6" hasCustomPrompt="1"/>
          </p:nvPr>
        </p:nvSpPr>
        <p:spPr>
          <a:xfrm xmlns:a="http://schemas.openxmlformats.org/drawingml/2006/main">
            <a:off x="609600" y="527685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[Hasil tahap]</a:t>
            </a:r>
          </a:p>
        </p:txBody>
      </p:sp>
      <p:sp>
        <p:nvSpPr>
          <p:cNvPr id="10" name="Isian 7">
            <a:extLst xmlns:a="http://schemas.openxmlformats.org/drawingml/2006/main">
              <a:ext uri="{FF2B5EF4-FFF2-40B4-BE49-F238E27FC236}">
                <a16:creationId xmlns:a16="http://schemas.microsoft.com/office/drawing/2014/main" id="{8A3E332D-09AF-4E3C-8393-9A4B782F8183}"/>
              </a:ext>
            </a:extLst>
          </p:cNvPr>
          <p:cNvSpPr>
            <a:spLocks xmlns:a="http://schemas.openxmlformats.org/drawingml/2006/main" noGrp="1"/>
          </p:cNvSpPr>
          <p:nvPr>
            <p:ph type="body" idx="7" hasCustomPrompt="1"/>
          </p:nvPr>
        </p:nvSpPr>
        <p:spPr>
          <a:xfrm xmlns:a="http://schemas.openxmlformats.org/drawingml/2006/main">
            <a:off x="3429000"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04999"/>
                </a:solidFill>
                <a:latin typeface="Space Grotesk"/>
                <a:ea typeface="Space Grotesk"/>
                <a:cs typeface="Space Grotesk"/>
              </a:defRPr>
            </a:pPr>
            <a:r>
              <a:rPr sz="3300" b="1" lang="id-ID">
                <a:solidFill>
                  <a:srgbClr val="004999"/>
                </a:solidFill>
                <a:latin typeface="Space Grotesk"/>
                <a:ea typeface="Space Grotesk"/>
                <a:cs typeface="Space Grotesk"/>
              </a:rPr>
              <a:t>02</a:t>
            </a:r>
          </a:p>
        </p:txBody>
      </p:sp>
      <p:sp>
        <p:nvSpPr>
          <p:cNvPr id="11" name="Isian 8">
            <a:extLst xmlns:a="http://schemas.openxmlformats.org/drawingml/2006/main">
              <a:ext uri="{FF2B5EF4-FFF2-40B4-BE49-F238E27FC236}">
                <a16:creationId xmlns:a16="http://schemas.microsoft.com/office/drawing/2014/main" id="{1DB1020E-5D79-4ED8-ABA1-42250F000E30}"/>
              </a:ext>
            </a:extLst>
          </p:cNvPr>
          <p:cNvSpPr>
            <a:spLocks xmlns:a="http://schemas.openxmlformats.org/drawingml/2006/main" noGrp="1"/>
          </p:cNvSpPr>
          <p:nvPr>
            <p:ph type="body" idx="8" hasCustomPrompt="1"/>
          </p:nvPr>
        </p:nvSpPr>
        <p:spPr>
          <a:xfrm xmlns:a="http://schemas.openxmlformats.org/drawingml/2006/main">
            <a:off x="3429000" y="38576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lang="id-ID">
                <a:solidFill>
                  <a:srgbClr val="011627"/>
                </a:solidFill>
                <a:latin typeface="Space Grotesk"/>
                <a:ea typeface="Space Grotesk"/>
                <a:cs typeface="Space Grotesk"/>
              </a:defRPr>
            </a:pPr>
            <a:r>
              <a:rPr sz="2100" b="1" lang="id-ID">
                <a:solidFill>
                  <a:srgbClr val="011627"/>
                </a:solidFill>
                <a:latin typeface="Space Grotesk"/>
                <a:ea typeface="Space Grotesk"/>
                <a:cs typeface="Space Grotesk"/>
              </a:rPr>
              <a:t>[Tahap kedua]</a:t>
            </a:r>
          </a:p>
        </p:txBody>
      </p:sp>
      <p:sp>
        <p:nvSpPr>
          <p:cNvPr id="12" name="Isian 9">
            <a:extLst xmlns:a="http://schemas.openxmlformats.org/drawingml/2006/main">
              <a:ext uri="{FF2B5EF4-FFF2-40B4-BE49-F238E27FC236}">
                <a16:creationId xmlns:a16="http://schemas.microsoft.com/office/drawing/2014/main" id="{C2311E39-C6F7-4E1B-8D1C-A044F5DF046E}"/>
              </a:ext>
            </a:extLst>
          </p:cNvPr>
          <p:cNvSpPr>
            <a:spLocks xmlns:a="http://schemas.openxmlformats.org/drawingml/2006/main" noGrp="1"/>
          </p:cNvSpPr>
          <p:nvPr>
            <p:ph type="body" idx="9" hasCustomPrompt="1"/>
          </p:nvPr>
        </p:nvSpPr>
        <p:spPr>
          <a:xfrm xmlns:a="http://schemas.openxmlformats.org/drawingml/2006/main">
            <a:off x="3429000" y="47910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[Masukan dan PIC]</a:t>
            </a:r>
          </a:p>
        </p:txBody>
      </p:sp>
      <p:sp>
        <p:nvSpPr>
          <p:cNvPr id="13" name="Isian 10">
            <a:extLst xmlns:a="http://schemas.openxmlformats.org/drawingml/2006/main">
              <a:ext uri="{FF2B5EF4-FFF2-40B4-BE49-F238E27FC236}">
                <a16:creationId xmlns:a16="http://schemas.microsoft.com/office/drawing/2014/main" id="{B3D2B18B-65F6-4B8E-B079-E22ED0F065A3}"/>
              </a:ext>
            </a:extLst>
          </p:cNvPr>
          <p:cNvSpPr>
            <a:spLocks xmlns:a="http://schemas.openxmlformats.org/drawingml/2006/main" noGrp="1"/>
          </p:cNvSpPr>
          <p:nvPr>
            <p:ph type="body" idx="10" hasCustomPrompt="1"/>
          </p:nvPr>
        </p:nvSpPr>
        <p:spPr>
          <a:xfrm xmlns:a="http://schemas.openxmlformats.org/drawingml/2006/main">
            <a:off x="3429000" y="527685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[Hasil tahap]</a:t>
            </a:r>
          </a:p>
        </p:txBody>
      </p:sp>
      <p:sp>
        <p:nvSpPr>
          <p:cNvPr id="14" name="Isian 11">
            <a:extLst xmlns:a="http://schemas.openxmlformats.org/drawingml/2006/main">
              <a:ext uri="{FF2B5EF4-FFF2-40B4-BE49-F238E27FC236}">
                <a16:creationId xmlns:a16="http://schemas.microsoft.com/office/drawing/2014/main" id="{9C7665B9-D4AB-4928-9B83-6FBE95D0758D}"/>
              </a:ext>
            </a:extLst>
          </p:cNvPr>
          <p:cNvSpPr>
            <a:spLocks xmlns:a="http://schemas.openxmlformats.org/drawingml/2006/main" noGrp="1"/>
          </p:cNvSpPr>
          <p:nvPr>
            <p:ph type="body" idx="11" hasCustomPrompt="1"/>
          </p:nvPr>
        </p:nvSpPr>
        <p:spPr>
          <a:xfrm xmlns:a="http://schemas.openxmlformats.org/drawingml/2006/main">
            <a:off x="6248400"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04999"/>
                </a:solidFill>
                <a:latin typeface="Space Grotesk"/>
                <a:ea typeface="Space Grotesk"/>
                <a:cs typeface="Space Grotesk"/>
              </a:defRPr>
            </a:pPr>
            <a:r>
              <a:rPr sz="3300" b="1" lang="id-ID">
                <a:solidFill>
                  <a:srgbClr val="004999"/>
                </a:solidFill>
                <a:latin typeface="Space Grotesk"/>
                <a:ea typeface="Space Grotesk"/>
                <a:cs typeface="Space Grotesk"/>
              </a:rPr>
              <a:t>03</a:t>
            </a:r>
          </a:p>
        </p:txBody>
      </p:sp>
      <p:sp>
        <p:nvSpPr>
          <p:cNvPr id="15" name="Isian 12">
            <a:extLst xmlns:a="http://schemas.openxmlformats.org/drawingml/2006/main">
              <a:ext uri="{FF2B5EF4-FFF2-40B4-BE49-F238E27FC236}">
                <a16:creationId xmlns:a16="http://schemas.microsoft.com/office/drawing/2014/main" id="{9C02732C-A39D-4AE1-9097-F5084304CF0C}"/>
              </a:ext>
            </a:extLst>
          </p:cNvPr>
          <p:cNvSpPr>
            <a:spLocks xmlns:a="http://schemas.openxmlformats.org/drawingml/2006/main" noGrp="1"/>
          </p:cNvSpPr>
          <p:nvPr>
            <p:ph type="body" idx="12" hasCustomPrompt="1"/>
          </p:nvPr>
        </p:nvSpPr>
        <p:spPr>
          <a:xfrm xmlns:a="http://schemas.openxmlformats.org/drawingml/2006/main">
            <a:off x="6248400" y="38576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lang="id-ID">
                <a:solidFill>
                  <a:srgbClr val="011627"/>
                </a:solidFill>
                <a:latin typeface="Space Grotesk"/>
                <a:ea typeface="Space Grotesk"/>
                <a:cs typeface="Space Grotesk"/>
              </a:defRPr>
            </a:pPr>
            <a:r>
              <a:rPr sz="2100" b="1" lang="id-ID">
                <a:solidFill>
                  <a:srgbClr val="011627"/>
                </a:solidFill>
                <a:latin typeface="Space Grotesk"/>
                <a:ea typeface="Space Grotesk"/>
                <a:cs typeface="Space Grotesk"/>
              </a:rPr>
              <a:t>[Tahap ketiga]</a:t>
            </a:r>
          </a:p>
        </p:txBody>
      </p:sp>
      <p:sp>
        <p:nvSpPr>
          <p:cNvPr id="16" name="Isian 13">
            <a:extLst xmlns:a="http://schemas.openxmlformats.org/drawingml/2006/main">
              <a:ext uri="{FF2B5EF4-FFF2-40B4-BE49-F238E27FC236}">
                <a16:creationId xmlns:a16="http://schemas.microsoft.com/office/drawing/2014/main" id="{F8972418-9B81-48AE-BD98-CFE428656AD5}"/>
              </a:ext>
            </a:extLst>
          </p:cNvPr>
          <p:cNvSpPr>
            <a:spLocks xmlns:a="http://schemas.openxmlformats.org/drawingml/2006/main" noGrp="1"/>
          </p:cNvSpPr>
          <p:nvPr>
            <p:ph type="body" idx="13" hasCustomPrompt="1"/>
          </p:nvPr>
        </p:nvSpPr>
        <p:spPr>
          <a:xfrm xmlns:a="http://schemas.openxmlformats.org/drawingml/2006/main">
            <a:off x="6248400" y="47910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[Masukan dan PIC]</a:t>
            </a:r>
          </a:p>
        </p:txBody>
      </p:sp>
      <p:sp>
        <p:nvSpPr>
          <p:cNvPr id="17" name="Isian 14">
            <a:extLst xmlns:a="http://schemas.openxmlformats.org/drawingml/2006/main">
              <a:ext uri="{FF2B5EF4-FFF2-40B4-BE49-F238E27FC236}">
                <a16:creationId xmlns:a16="http://schemas.microsoft.com/office/drawing/2014/main" id="{853725AD-324A-4FA1-9A8E-0DF5E5039D5E}"/>
              </a:ext>
            </a:extLst>
          </p:cNvPr>
          <p:cNvSpPr>
            <a:spLocks xmlns:a="http://schemas.openxmlformats.org/drawingml/2006/main" noGrp="1"/>
          </p:cNvSpPr>
          <p:nvPr>
            <p:ph type="body" idx="14" hasCustomPrompt="1"/>
          </p:nvPr>
        </p:nvSpPr>
        <p:spPr>
          <a:xfrm xmlns:a="http://schemas.openxmlformats.org/drawingml/2006/main">
            <a:off x="6248400" y="527685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[Hasil tahap]</a:t>
            </a:r>
          </a:p>
        </p:txBody>
      </p:sp>
      <p:sp>
        <p:nvSpPr>
          <p:cNvPr id="18" name="Isian 15">
            <a:extLst xmlns:a="http://schemas.openxmlformats.org/drawingml/2006/main">
              <a:ext uri="{FF2B5EF4-FFF2-40B4-BE49-F238E27FC236}">
                <a16:creationId xmlns:a16="http://schemas.microsoft.com/office/drawing/2014/main" id="{7A1A514F-5123-4B82-A0F9-93A414955EF8}"/>
              </a:ext>
            </a:extLst>
          </p:cNvPr>
          <p:cNvSpPr>
            <a:spLocks xmlns:a="http://schemas.openxmlformats.org/drawingml/2006/main" noGrp="1"/>
          </p:cNvSpPr>
          <p:nvPr>
            <p:ph type="body" idx="15" hasCustomPrompt="1"/>
          </p:nvPr>
        </p:nvSpPr>
        <p:spPr>
          <a:xfrm xmlns:a="http://schemas.openxmlformats.org/drawingml/2006/main">
            <a:off x="9067800"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04999"/>
                </a:solidFill>
                <a:latin typeface="Space Grotesk"/>
                <a:ea typeface="Space Grotesk"/>
                <a:cs typeface="Space Grotesk"/>
              </a:defRPr>
            </a:pPr>
            <a:r>
              <a:rPr sz="3300" b="1" lang="id-ID">
                <a:solidFill>
                  <a:srgbClr val="004999"/>
                </a:solidFill>
                <a:latin typeface="Space Grotesk"/>
                <a:ea typeface="Space Grotesk"/>
                <a:cs typeface="Space Grotesk"/>
              </a:rPr>
              <a:t>04</a:t>
            </a:r>
          </a:p>
        </p:txBody>
      </p:sp>
      <p:sp>
        <p:nvSpPr>
          <p:cNvPr id="19" name="Isian 16">
            <a:extLst xmlns:a="http://schemas.openxmlformats.org/drawingml/2006/main">
              <a:ext uri="{FF2B5EF4-FFF2-40B4-BE49-F238E27FC236}">
                <a16:creationId xmlns:a16="http://schemas.microsoft.com/office/drawing/2014/main" id="{B0850BBE-97D7-4C77-B5F9-43843A5BB174}"/>
              </a:ext>
            </a:extLst>
          </p:cNvPr>
          <p:cNvSpPr>
            <a:spLocks xmlns:a="http://schemas.openxmlformats.org/drawingml/2006/main" noGrp="1"/>
          </p:cNvSpPr>
          <p:nvPr>
            <p:ph type="body" idx="16" hasCustomPrompt="1"/>
          </p:nvPr>
        </p:nvSpPr>
        <p:spPr>
          <a:xfrm xmlns:a="http://schemas.openxmlformats.org/drawingml/2006/main">
            <a:off x="9067800" y="38576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lang="id-ID">
                <a:solidFill>
                  <a:srgbClr val="011627"/>
                </a:solidFill>
                <a:latin typeface="Space Grotesk"/>
                <a:ea typeface="Space Grotesk"/>
                <a:cs typeface="Space Grotesk"/>
              </a:defRPr>
            </a:pPr>
            <a:r>
              <a:rPr sz="2100" b="1" lang="id-ID">
                <a:solidFill>
                  <a:srgbClr val="011627"/>
                </a:solidFill>
                <a:latin typeface="Space Grotesk"/>
                <a:ea typeface="Space Grotesk"/>
                <a:cs typeface="Space Grotesk"/>
              </a:rPr>
              <a:t>[Tahap keempat]</a:t>
            </a:r>
          </a:p>
        </p:txBody>
      </p:sp>
      <p:sp>
        <p:nvSpPr>
          <p:cNvPr id="20" name="Isian 17">
            <a:extLst xmlns:a="http://schemas.openxmlformats.org/drawingml/2006/main">
              <a:ext uri="{FF2B5EF4-FFF2-40B4-BE49-F238E27FC236}">
                <a16:creationId xmlns:a16="http://schemas.microsoft.com/office/drawing/2014/main" id="{8ED03256-E748-4150-A38C-F39E53B50251}"/>
              </a:ext>
            </a:extLst>
          </p:cNvPr>
          <p:cNvSpPr>
            <a:spLocks xmlns:a="http://schemas.openxmlformats.org/drawingml/2006/main" noGrp="1"/>
          </p:cNvSpPr>
          <p:nvPr>
            <p:ph type="body" idx="17" hasCustomPrompt="1"/>
          </p:nvPr>
        </p:nvSpPr>
        <p:spPr>
          <a:xfrm xmlns:a="http://schemas.openxmlformats.org/drawingml/2006/main">
            <a:off x="9067800" y="4791075"/>
            <a:ext cx="2514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[Masukan dan PIC]</a:t>
            </a:r>
          </a:p>
        </p:txBody>
      </p:sp>
      <p:sp>
        <p:nvSpPr>
          <p:cNvPr id="21" name="Isian 18">
            <a:extLst xmlns:a="http://schemas.openxmlformats.org/drawingml/2006/main">
              <a:ext uri="{FF2B5EF4-FFF2-40B4-BE49-F238E27FC236}">
                <a16:creationId xmlns:a16="http://schemas.microsoft.com/office/drawing/2014/main" id="{5E54807D-9C37-40E8-B857-4146704497B5}"/>
              </a:ext>
            </a:extLst>
          </p:cNvPr>
          <p:cNvSpPr>
            <a:spLocks xmlns:a="http://schemas.openxmlformats.org/drawingml/2006/main" noGrp="1"/>
          </p:cNvSpPr>
          <p:nvPr>
            <p:ph type="body" idx="18" hasCustomPrompt="1"/>
          </p:nvPr>
        </p:nvSpPr>
        <p:spPr>
          <a:xfrm xmlns:a="http://schemas.openxmlformats.org/drawingml/2006/main">
            <a:off x="9067800" y="527685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lang="id-ID">
                <a:solidFill>
                  <a:srgbClr val="536679"/>
                </a:solidFill>
                <a:latin typeface="Space Grotesk"/>
                <a:ea typeface="Space Grotesk"/>
                <a:cs typeface="Space Grotesk"/>
              </a:defRPr>
            </a:pPr>
            <a:r>
              <a:rPr sz="1650" b="0" lang="id-ID">
                <a:solidFill>
                  <a:srgbClr val="536679"/>
                </a:solidFill>
                <a:latin typeface="Space Grotesk"/>
                <a:ea typeface="Space Grotesk"/>
                <a:cs typeface="Space Grotesk"/>
              </a:rPr>
              <a:t>[Hasil tahap]</a:t>
            </a:r>
          </a:p>
        </p:txBody>
      </p:sp>
      <p:sp>
        <p:nvSpPr>
          <p:cNvPr id="22" name="Sumber dan periode">
            <a:extLst xmlns:a="http://schemas.openxmlformats.org/drawingml/2006/main">
              <a:ext uri="{FF2B5EF4-FFF2-40B4-BE49-F238E27FC236}">
                <a16:creationId xmlns:a16="http://schemas.microsoft.com/office/drawing/2014/main" id="{29F4518D-CB76-4EB3-9FCF-5D696A4D44FA}"/>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Acuan: [SOP atau kebijakan]. Versi: [nomor]. Penanggung jawab proses: [unit].</a:t>
            </a:r>
          </a:p>
        </p:txBody>
      </p:sp>
      <p:sp>
        <p:nvSpPr>
          <p:cNvPr id="23" name="Klasifikasi dokumen">
            <a:extLst xmlns:a="http://schemas.openxmlformats.org/drawingml/2006/main">
              <a:ext uri="{FF2B5EF4-FFF2-40B4-BE49-F238E27FC236}">
                <a16:creationId xmlns:a16="http://schemas.microsoft.com/office/drawing/2014/main" id="{45F47E83-6465-481A-A8A1-83C417300259}"/>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24" name="Nomor slide">
            <a:extLst xmlns:a="http://schemas.openxmlformats.org/drawingml/2006/main">
              <a:ext uri="{FF2B5EF4-FFF2-40B4-BE49-F238E27FC236}">
                <a16:creationId xmlns:a16="http://schemas.microsoft.com/office/drawing/2014/main" id="{AB6E75C2-6944-484D-9F81-BFCC24FA15E4}"/>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17870ECB-A19B-4E21-A497-7BF4AC822722}" type="slidenum">
              <a:rPr sz="1200" b="0" lang="id-ID">
                <a:solidFill>
                  <a:srgbClr val="536679"/>
                </a:solidFill>
                <a:latin typeface="Space Grotesk"/>
                <a:ea typeface="Space Grotesk"/>
                <a:cs typeface="Space Grotesk"/>
              </a:rPr>
              <a:t>15</a:t>
            </a:fld>
          </a:p>
        </p:txBody>
      </p:sp>
    </p:spTree>
    <p:extLst>
      <p:ext uri="{BB962C8B-B14F-4D97-AF65-F5344CB8AC3E}">
        <p14:creationId xmlns:p14="http://schemas.microsoft.com/office/powerpoint/2010/main" val="511152295"/>
      </p:ext>
    </p:extLst>
  </p:cSld>
</p:sld>
</file>

<file path=ppt/slides/slide16.xml><?xml version="1.0" encoding="utf-8"?>
<p:sld xmlns:p="http://schemas.openxmlformats.org/presentationml/2006/main">
  <p:cSld name="Risiko prioritas">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85D34BA9-F1B6-46C7-AB5D-FFDD963E27BF}"/>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Risiko prioritas</a:t>
            </a:r>
          </a:p>
        </p:txBody>
      </p:sp>
      <p:sp>
        <p:nvSpPr>
          <p:cNvPr id="3" name="Bagian">
            <a:extLst xmlns:a="http://schemas.openxmlformats.org/drawingml/2006/main">
              <a:ext uri="{FF2B5EF4-FFF2-40B4-BE49-F238E27FC236}">
                <a16:creationId xmlns:a16="http://schemas.microsoft.com/office/drawing/2014/main" id="{A017A3A4-E66E-4489-8A69-5324EF07CC46}"/>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RISIKO</a:t>
            </a:r>
          </a:p>
        </p:txBody>
      </p:sp>
      <p:sp>
        <p:nvSpPr>
          <p:cNvPr id="4" name="Konteks">
            <a:extLst xmlns:a="http://schemas.openxmlformats.org/drawingml/2006/main">
              <a:ext uri="{FF2B5EF4-FFF2-40B4-BE49-F238E27FC236}">
                <a16:creationId xmlns:a16="http://schemas.microsoft.com/office/drawing/2014/main" id="{B4A428C4-5D8C-4DD8-871C-774B25F832D0}"/>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[Program / unit]. [Periode penilaian].</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C3ECAAB4-6E02-4BE3-A6AD-E606FA576A69}"/>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graphicFrame>
        <p:nvGraphicFramePr>
          <p:cNvPr id="6" name="" descr="Tabel isian yang dapat diedit"/>
          <p:cNvGraphicFramePr/>
          <p:nvPr>
            <p:ph type="tbl" idx="3" hasCustomPrompt="1"/>
          </p:nvPr>
        </p:nvGraphicFramePr>
        <p:xfrm>
          <a:off xmlns:a="http://schemas.openxmlformats.org/drawingml/2006/main" x="609600" y="2686050"/>
          <a:ext xmlns:a="http://schemas.openxmlformats.org/drawingml/2006/main" cx="10972800" cy="2705100"/>
        </p:xfrm>
        <a:graphic xmlns:a="http://schemas.openxmlformats.org/drawingml/2006/main">
          <a:graphicData uri="http://schemas.openxmlformats.org/drawingml/2006/table">
            <a:tbl>
              <a:tblPr firstRow="1" bandRow="0" bandCol="0"/>
              <a:tblGrid>
                <a:gridCol w="2895600"/>
                <a:gridCol w="2743200"/>
                <a:gridCol w="1676400"/>
                <a:gridCol w="3657600"/>
              </a:tblGrid>
              <a:tr h="676275">
                <a:tc>
                  <a:txBody>
                    <a:bodyPr lIns="76200" tIns="95250" rIns="76200" bIns="95250">
                      <a:noAutofit/>
                    </a:bodyPr>
                    <a:lstStyle/>
                    <a:p>
                      <a:r>
                        <a:rPr sz="1350" b="1" lang="id-ID">
                          <a:solidFill>
                            <a:srgbClr val="004999"/>
                          </a:solidFill>
                          <a:latin typeface="Space Grotesk"/>
                          <a:ea typeface="Space Grotesk"/>
                          <a:cs typeface="Space Grotesk"/>
                        </a:rPr>
                        <a:t>RISIKO</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DAMPAK</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TINGKAT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MITIGASI / PIC</a:t>
                      </a:r>
                    </a:p>
                  </a:txBody>
                  <a:tcPr marL="76200" marR="76200" marT="76200" marB="76200">
                    <a:solidFill>
                      <a:srgbClr val="F0F1F1"/>
                    </a:solidFill>
                    <a:lnL w="0">
                      <a:noFill/>
                    </a:lnL>
                    <a:lnR w="0">
                      <a:noFill/>
                    </a:lnR>
                    <a:lnT w="0">
                      <a:noFill/>
                    </a:lnT>
                    <a:lnB w="0">
                      <a:noFill/>
                    </a:lnB>
                    <a:lnTlToBr w="0">
                      <a:noFill/>
                    </a:lnTlToBr>
                    <a:lnBlToTr w="0">
                      <a:noFill/>
                    </a:lnBlToTr>
                  </a:tcPr>
                </a:tc>
              </a:tr>
              <a:tr h="676275">
                <a:tc>
                  <a:txBody>
                    <a:bodyPr lIns="76200" tIns="95250" rIns="76200" bIns="95250">
                      <a:noAutofit/>
                    </a:bodyPr>
                    <a:lstStyle/>
                    <a:p>
                      <a:r>
                        <a:rPr sz="1800" b="0" lang="id-ID">
                          <a:solidFill>
                            <a:srgbClr val="011627"/>
                          </a:solidFill>
                          <a:latin typeface="Space Grotesk"/>
                          <a:ea typeface="Space Grotesk"/>
                          <a:cs typeface="Space Grotesk"/>
                        </a:rPr>
                        <a:t>[Risiko 1]</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[Dampak utama]</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[Tingkat]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[Tindakan / PIC]</a:t>
                      </a:r>
                    </a:p>
                  </a:txBody>
                  <a:tcPr marL="76200" marR="76200" marT="76200" marB="76200">
                    <a:solidFill>
                      <a:srgbClr val="F0F1F1"/>
                    </a:solidFill>
                    <a:lnL w="0">
                      <a:noFill/>
                    </a:lnL>
                    <a:lnR w="0">
                      <a:noFill/>
                    </a:lnR>
                    <a:lnT w="0">
                      <a:noFill/>
                    </a:lnT>
                    <a:lnB w="0">
                      <a:noFill/>
                    </a:lnB>
                    <a:lnTlToBr w="0">
                      <a:noFill/>
                    </a:lnTlToBr>
                    <a:lnBlToTr w="0">
                      <a:noFill/>
                    </a:lnBlToTr>
                  </a:tcPr>
                </a:tc>
              </a:tr>
              <a:tr h="676275">
                <a:tc>
                  <a:txBody>
                    <a:bodyPr lIns="76200" tIns="95250" rIns="76200" bIns="95250">
                      <a:noAutofit/>
                    </a:bodyPr>
                    <a:lstStyle/>
                    <a:p>
                      <a:r>
                        <a:rPr sz="1800" b="0" lang="id-ID">
                          <a:solidFill>
                            <a:srgbClr val="011627"/>
                          </a:solidFill>
                          <a:latin typeface="Space Grotesk"/>
                          <a:ea typeface="Space Grotesk"/>
                          <a:cs typeface="Space Grotesk"/>
                        </a:rPr>
                        <a:t>[Risiko 2]</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[Dampak utama]</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[Tingkat]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[Tindakan / PIC]</a:t>
                      </a:r>
                    </a:p>
                  </a:txBody>
                  <a:tcPr marL="76200" marR="76200" marT="76200" marB="76200">
                    <a:solidFill>
                      <a:srgbClr val="F0F1F1"/>
                    </a:solidFill>
                    <a:lnL w="0">
                      <a:noFill/>
                    </a:lnL>
                    <a:lnR w="0">
                      <a:noFill/>
                    </a:lnR>
                    <a:lnT w="0">
                      <a:noFill/>
                    </a:lnT>
                    <a:lnB w="0">
                      <a:noFill/>
                    </a:lnB>
                    <a:lnTlToBr w="0">
                      <a:noFill/>
                    </a:lnTlToBr>
                    <a:lnBlToTr w="0">
                      <a:noFill/>
                    </a:lnBlToTr>
                  </a:tcPr>
                </a:tc>
              </a:tr>
              <a:tr h="676275">
                <a:tc>
                  <a:txBody>
                    <a:bodyPr lIns="76200" tIns="95250" rIns="76200" bIns="95250">
                      <a:noAutofit/>
                    </a:bodyPr>
                    <a:lstStyle/>
                    <a:p>
                      <a:r>
                        <a:rPr sz="1800" b="0" lang="id-ID">
                          <a:solidFill>
                            <a:srgbClr val="011627"/>
                          </a:solidFill>
                          <a:latin typeface="Space Grotesk"/>
                          <a:ea typeface="Space Grotesk"/>
                          <a:cs typeface="Space Grotesk"/>
                        </a:rPr>
                        <a:t>[Risiko 3]</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[Dampak utama]</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[Tingkat]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[Tindakan / PIC]</a:t>
                      </a:r>
                    </a:p>
                  </a:txBody>
                  <a:tcPr marL="76200" marR="76200" marT="76200" marB="76200">
                    <a:solidFill>
                      <a:srgbClr val="F0F1F1"/>
                    </a:solidFill>
                    <a:lnL w="0">
                      <a:noFill/>
                    </a:lnL>
                    <a:lnR w="0">
                      <a:noFill/>
                    </a:lnR>
                    <a:lnT w="0">
                      <a:noFill/>
                    </a:lnT>
                    <a:lnB w="0">
                      <a:noFill/>
                    </a:lnB>
                    <a:lnTlToBr w="0">
                      <a:noFill/>
                    </a:lnTlToBr>
                    <a:lnBlToTr w="0">
                      <a:noFill/>
                    </a:lnBlToTr>
                  </a:tcPr>
                </a:tc>
              </a:tr>
            </a:tbl>
          </a:graphicData>
        </a:graphic>
      </p:graphicFrame>
      <p:sp>
        <p:nvSpPr>
          <p:cNvPr id="7" name="Sumber dan periode">
            <a:extLst xmlns:a="http://schemas.openxmlformats.org/drawingml/2006/main">
              <a:ext uri="{FF2B5EF4-FFF2-40B4-BE49-F238E27FC236}">
                <a16:creationId xmlns:a16="http://schemas.microsoft.com/office/drawing/2014/main" id="{34F07B56-3050-4BEF-BA18-8C74DC3311DB}"/>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Sumber: [register risiko]. Tanggal penilaian: [tanggal]. Metode: [rujukan].</a:t>
            </a:r>
          </a:p>
        </p:txBody>
      </p:sp>
      <p:sp>
        <p:nvSpPr>
          <p:cNvPr id="8" name="Klasifikasi dokumen">
            <a:extLst xmlns:a="http://schemas.openxmlformats.org/drawingml/2006/main">
              <a:ext uri="{FF2B5EF4-FFF2-40B4-BE49-F238E27FC236}">
                <a16:creationId xmlns:a16="http://schemas.microsoft.com/office/drawing/2014/main" id="{BB4B1D47-24FE-4ADC-8B16-EBC5027A9CF1}"/>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9" name="Nomor slide">
            <a:extLst xmlns:a="http://schemas.openxmlformats.org/drawingml/2006/main">
              <a:ext uri="{FF2B5EF4-FFF2-40B4-BE49-F238E27FC236}">
                <a16:creationId xmlns:a16="http://schemas.microsoft.com/office/drawing/2014/main" id="{F7AC8F5D-2A21-477E-938F-7D1557DE0842}"/>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08BBE0D5-AD8C-428C-8A7D-963282776A4E}" type="slidenum">
              <a:rPr sz="1200" b="0" lang="id-ID">
                <a:solidFill>
                  <a:srgbClr val="536679"/>
                </a:solidFill>
                <a:latin typeface="Space Grotesk"/>
                <a:ea typeface="Space Grotesk"/>
                <a:cs typeface="Space Grotesk"/>
              </a:rPr>
              <a:t>16</a:t>
            </a:fld>
          </a:p>
        </p:txBody>
      </p:sp>
    </p:spTree>
    <p:extLst>
      <p:ext uri="{BB962C8B-B14F-4D97-AF65-F5344CB8AC3E}">
        <p14:creationId xmlns:p14="http://schemas.microsoft.com/office/powerpoint/2010/main" val="1068576151"/>
      </p:ext>
    </p:extLst>
  </p:cSld>
</p:sld>
</file>

<file path=ppt/slides/slide17.xml><?xml version="1.0" encoding="utf-8"?>
<p:sld xmlns:p="http://schemas.openxmlformats.org/presentationml/2006/main">
  <p:cSld name="Perbandingan opsi">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BCB0B2EC-077C-4B80-B89D-4DBDD035A188}"/>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Perbandingan opsi</a:t>
            </a:r>
          </a:p>
        </p:txBody>
      </p:sp>
      <p:sp>
        <p:nvSpPr>
          <p:cNvPr id="3" name="Bagian">
            <a:extLst xmlns:a="http://schemas.openxmlformats.org/drawingml/2006/main">
              <a:ext uri="{FF2B5EF4-FFF2-40B4-BE49-F238E27FC236}">
                <a16:creationId xmlns:a16="http://schemas.microsoft.com/office/drawing/2014/main" id="{E4BC2EB3-841A-462B-8FB0-126484517F7C}"/>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PILIHAN</a:t>
            </a:r>
          </a:p>
        </p:txBody>
      </p:sp>
      <p:sp>
        <p:nvSpPr>
          <p:cNvPr id="4" name="Konteks">
            <a:extLst xmlns:a="http://schemas.openxmlformats.org/drawingml/2006/main">
              <a:ext uri="{FF2B5EF4-FFF2-40B4-BE49-F238E27FC236}">
                <a16:creationId xmlns:a16="http://schemas.microsoft.com/office/drawing/2014/main" id="{8FCB9CCD-9812-4C26-AEC3-AEF87BC9D442}"/>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[Keputusan yang diperlukan dan opsi yang tersedia]</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02B5A167-1BC2-4FD9-89A6-DA4476B18C9D}"/>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graphicFrame>
        <p:nvGraphicFramePr>
          <p:cNvPr id="6" name="" descr="Tabel isian yang dapat diedit"/>
          <p:cNvGraphicFramePr/>
          <p:nvPr>
            <p:ph type="tbl" idx="3" hasCustomPrompt="1"/>
          </p:nvPr>
        </p:nvGraphicFramePr>
        <p:xfrm>
          <a:off xmlns:a="http://schemas.openxmlformats.org/drawingml/2006/main" x="609600" y="2686050"/>
          <a:ext xmlns:a="http://schemas.openxmlformats.org/drawingml/2006/main" cx="10972800" cy="2800350"/>
        </p:xfrm>
        <a:graphic xmlns:a="http://schemas.openxmlformats.org/drawingml/2006/main">
          <a:graphicData uri="http://schemas.openxmlformats.org/drawingml/2006/table">
            <a:tbl>
              <a:tblPr firstRow="1" bandRow="0" bandCol="0"/>
              <a:tblGrid>
                <a:gridCol w="3886200"/>
                <a:gridCol w="2362200"/>
                <a:gridCol w="2362200"/>
                <a:gridCol w="2362200"/>
              </a:tblGrid>
              <a:tr h="560070">
                <a:tc>
                  <a:txBody>
                    <a:bodyPr lIns="76200" tIns="95250" rIns="76200" bIns="95250">
                      <a:noAutofit/>
                    </a:bodyPr>
                    <a:lstStyle/>
                    <a:p>
                      <a:r>
                        <a:rPr sz="1350" b="1" lang="id-ID">
                          <a:solidFill>
                            <a:srgbClr val="004999"/>
                          </a:solidFill>
                          <a:latin typeface="Space Grotesk"/>
                          <a:ea typeface="Space Grotesk"/>
                          <a:cs typeface="Space Grotesk"/>
                        </a:rPr>
                        <a:t>KRITERIA</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OPSI A</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OPSI B</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OPSI C</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650" b="0" lang="id-ID">
                          <a:solidFill>
                            <a:srgbClr val="011627"/>
                          </a:solidFill>
                          <a:latin typeface="Space Grotesk"/>
                          <a:ea typeface="Space Grotesk"/>
                          <a:cs typeface="Space Grotesk"/>
                        </a:rPr>
                        <a:t>Manfaat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[Ringkasan]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[Ringkasan]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[Ringkasan]</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650" b="0" lang="id-ID">
                          <a:solidFill>
                            <a:srgbClr val="011627"/>
                          </a:solidFill>
                          <a:latin typeface="Space Grotesk"/>
                          <a:ea typeface="Space Grotesk"/>
                          <a:cs typeface="Space Grotesk"/>
                        </a:rPr>
                        <a:t>Kebutuhan sumber daya</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[Ringkasan]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[Ringkasan]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[Ringkasan]</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650" b="0" lang="id-ID">
                          <a:solidFill>
                            <a:srgbClr val="011627"/>
                          </a:solidFill>
                          <a:latin typeface="Space Grotesk"/>
                          <a:ea typeface="Space Grotesk"/>
                          <a:cs typeface="Space Grotesk"/>
                        </a:rPr>
                        <a:t>Risiko dan prasyarat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[Ringkasan]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[Ringkasan]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[Ringkasan]</a:t>
                      </a:r>
                    </a:p>
                  </a:txBody>
                  <a:tcPr marL="76200" marR="76200" marT="76200" marB="76200">
                    <a:solidFill>
                      <a:srgbClr val="F0F1F1"/>
                    </a:solidFill>
                    <a:lnL w="0">
                      <a:noFill/>
                    </a:lnL>
                    <a:lnR w="0">
                      <a:noFill/>
                    </a:lnR>
                    <a:lnT w="0">
                      <a:noFill/>
                    </a:lnT>
                    <a:lnB w="0">
                      <a:noFill/>
                    </a:lnB>
                    <a:lnTlToBr w="0">
                      <a:noFill/>
                    </a:lnTlToBr>
                    <a:lnBlToTr w="0">
                      <a:noFill/>
                    </a:lnBlToTr>
                  </a:tcPr>
                </a:tc>
              </a:tr>
              <a:tr h="560070">
                <a:tc>
                  <a:txBody>
                    <a:bodyPr lIns="76200" tIns="95250" rIns="76200" bIns="95250">
                      <a:noAutofit/>
                    </a:bodyPr>
                    <a:lstStyle/>
                    <a:p>
                      <a:r>
                        <a:rPr sz="1650" b="0" lang="id-ID">
                          <a:solidFill>
                            <a:srgbClr val="011627"/>
                          </a:solidFill>
                          <a:latin typeface="Space Grotesk"/>
                          <a:ea typeface="Space Grotesk"/>
                          <a:cs typeface="Space Grotesk"/>
                        </a:rPr>
                        <a:t>Waktu pelaksanaan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[Durasi]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[Durasi]</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650" b="0" lang="id-ID">
                          <a:solidFill>
                            <a:srgbClr val="011627"/>
                          </a:solidFill>
                          <a:latin typeface="Space Grotesk"/>
                          <a:ea typeface="Space Grotesk"/>
                          <a:cs typeface="Space Grotesk"/>
                        </a:rPr>
                        <a:t>[Durasi]</a:t>
                      </a:r>
                    </a:p>
                  </a:txBody>
                  <a:tcPr marL="76200" marR="76200" marT="76200" marB="76200">
                    <a:solidFill>
                      <a:srgbClr val="F0F1F1"/>
                    </a:solidFill>
                    <a:lnL w="0">
                      <a:noFill/>
                    </a:lnL>
                    <a:lnR w="0">
                      <a:noFill/>
                    </a:lnR>
                    <a:lnT w="0">
                      <a:noFill/>
                    </a:lnT>
                    <a:lnB w="0">
                      <a:noFill/>
                    </a:lnB>
                    <a:lnTlToBr w="0">
                      <a:noFill/>
                    </a:lnTlToBr>
                    <a:lnBlToTr w="0">
                      <a:noFill/>
                    </a:lnBlToTr>
                  </a:tcPr>
                </a:tc>
              </a:tr>
            </a:tbl>
          </a:graphicData>
        </a:graphic>
      </p:graphicFrame>
      <p:sp>
        <p:nvSpPr>
          <p:cNvPr id="7" name="Sumber dan periode">
            <a:extLst xmlns:a="http://schemas.openxmlformats.org/drawingml/2006/main">
              <a:ext uri="{FF2B5EF4-FFF2-40B4-BE49-F238E27FC236}">
                <a16:creationId xmlns:a16="http://schemas.microsoft.com/office/drawing/2014/main" id="{08687BC2-9C45-475B-A504-D5D26930286B}"/>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Dasar penilaian: [kriteria dan asumsi]. Sumber: [dokumen]. Tanggal: [tanggal].</a:t>
            </a:r>
          </a:p>
        </p:txBody>
      </p:sp>
      <p:sp>
        <p:nvSpPr>
          <p:cNvPr id="8" name="Klasifikasi dokumen">
            <a:extLst xmlns:a="http://schemas.openxmlformats.org/drawingml/2006/main">
              <a:ext uri="{FF2B5EF4-FFF2-40B4-BE49-F238E27FC236}">
                <a16:creationId xmlns:a16="http://schemas.microsoft.com/office/drawing/2014/main" id="{740180E9-04D5-4B1A-A2DA-A697CF82ED92}"/>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9" name="Nomor slide">
            <a:extLst xmlns:a="http://schemas.openxmlformats.org/drawingml/2006/main">
              <a:ext uri="{FF2B5EF4-FFF2-40B4-BE49-F238E27FC236}">
                <a16:creationId xmlns:a16="http://schemas.microsoft.com/office/drawing/2014/main" id="{6AFDEF58-72B2-40A3-B66E-D6ECFBD53A55}"/>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4334B51A-7476-4F5D-8144-0D1EEBD6554C}" type="slidenum">
              <a:rPr sz="1200" b="0" lang="id-ID">
                <a:solidFill>
                  <a:srgbClr val="536679"/>
                </a:solidFill>
                <a:latin typeface="Space Grotesk"/>
                <a:ea typeface="Space Grotesk"/>
                <a:cs typeface="Space Grotesk"/>
              </a:rPr>
              <a:t>17</a:t>
            </a:fld>
          </a:p>
        </p:txBody>
      </p:sp>
    </p:spTree>
    <p:extLst>
      <p:ext uri="{BB962C8B-B14F-4D97-AF65-F5344CB8AC3E}">
        <p14:creationId xmlns:p14="http://schemas.microsoft.com/office/powerpoint/2010/main" val="246204942"/>
      </p:ext>
    </p:extLst>
  </p:cSld>
</p:sld>
</file>

<file path=ppt/slides/slide18.xml><?xml version="1.0" encoding="utf-8"?>
<p:sld xmlns:p="http://schemas.openxmlformats.org/presentationml/2006/main">
  <p:cSld name="Usulan keputusan">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C55ED41F-3268-4215-82B9-2145AF861DDF}"/>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Usulan keputusan</a:t>
            </a:r>
          </a:p>
        </p:txBody>
      </p:sp>
      <p:sp>
        <p:nvSpPr>
          <p:cNvPr id="3" name="Bagian">
            <a:extLst xmlns:a="http://schemas.openxmlformats.org/drawingml/2006/main">
              <a:ext uri="{FF2B5EF4-FFF2-40B4-BE49-F238E27FC236}">
                <a16:creationId xmlns:a16="http://schemas.microsoft.com/office/drawing/2014/main" id="{8D9BACB1-048F-4FB3-BEFB-DDCC7B0E5B0E}"/>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KEPUTUSAN</a:t>
            </a:r>
          </a:p>
        </p:txBody>
      </p:sp>
      <p:sp>
        <p:nvSpPr>
          <p:cNvPr id="4"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DCD351F4-8F86-42A4-8A44-E08ABA1C3D0F}"/>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5" name="Isian 3">
            <a:extLst xmlns:a="http://schemas.openxmlformats.org/drawingml/2006/main">
              <a:ext uri="{FF2B5EF4-FFF2-40B4-BE49-F238E27FC236}">
                <a16:creationId xmlns:a16="http://schemas.microsoft.com/office/drawing/2014/main" id="{07709B53-D7B9-436B-A3C3-5B265BF9288A}"/>
              </a:ext>
            </a:extLst>
          </p:cNvPr>
          <p:cNvSpPr>
            <a:spLocks xmlns:a="http://schemas.openxmlformats.org/drawingml/2006/main" noGrp="1"/>
          </p:cNvSpPr>
          <p:nvPr>
            <p:ph type="body" idx="3" hasCustomPrompt="1"/>
          </p:nvPr>
        </p:nvSpPr>
        <p:spPr>
          <a:xfrm xmlns:a="http://schemas.openxmlformats.org/drawingml/2006/main">
            <a:off x="609600" y="26098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[Keputusan yang diajukan</a:t>
            </a:r>
          </a:p>
          <a:p xmlns:a="http://schemas.openxmlformats.org/drawingml/2006/main">
            <a:pPr>
              <a:defRPr sz="3000" b="1" lang="id-ID">
                <a:solidFill>
                  <a:srgbClr val="011627"/>
                </a:solidFill>
                <a:latin typeface="Space Grotesk"/>
                <a:ea typeface="Space Grotesk"/>
                <a:cs typeface="Space Grotesk"/>
              </a:defRPr>
            </a:pPr>
            <a:r>
              <a:rPr sz="3000" b="1" lang="id-ID">
                <a:solidFill>
                  <a:srgbClr val="011627"/>
                </a:solidFill>
                <a:latin typeface="Space Grotesk"/>
                <a:ea typeface="Space Grotesk"/>
                <a:cs typeface="Space Grotesk"/>
              </a:rPr>
              <a:t>untuk persetujuan]</a:t>
            </a:r>
          </a:p>
        </p:txBody>
      </p:sp>
      <p:sp>
        <p:nvSpPr>
          <p:cNvPr id="6" name="Isian 4">
            <a:extLst xmlns:a="http://schemas.openxmlformats.org/drawingml/2006/main">
              <a:ext uri="{FF2B5EF4-FFF2-40B4-BE49-F238E27FC236}">
                <a16:creationId xmlns:a16="http://schemas.microsoft.com/office/drawing/2014/main" id="{329E986F-9185-4E56-A15A-8BD59A1199EC}"/>
              </a:ext>
            </a:extLst>
          </p:cNvPr>
          <p:cNvSpPr>
            <a:spLocks xmlns:a="http://schemas.openxmlformats.org/drawingml/2006/main" noGrp="1"/>
          </p:cNvSpPr>
          <p:nvPr>
            <p:ph type="body" idx="4" hasCustomPrompt="1"/>
          </p:nvPr>
        </p:nvSpPr>
        <p:spPr>
          <a:xfrm xmlns:a="http://schemas.openxmlformats.org/drawingml/2006/main">
            <a:off x="609600" y="43434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Dasar usulan</a:t>
            </a:r>
          </a:p>
        </p:txBody>
      </p:sp>
      <p:sp>
        <p:nvSpPr>
          <p:cNvPr id="7" name="Isian 5">
            <a:extLst xmlns:a="http://schemas.openxmlformats.org/drawingml/2006/main">
              <a:ext uri="{FF2B5EF4-FFF2-40B4-BE49-F238E27FC236}">
                <a16:creationId xmlns:a16="http://schemas.microsoft.com/office/drawing/2014/main" id="{2AFC0428-EF61-4E83-AE04-85AE9FA27477}"/>
              </a:ext>
            </a:extLst>
          </p:cNvPr>
          <p:cNvSpPr>
            <a:spLocks xmlns:a="http://schemas.openxmlformats.org/drawingml/2006/main" noGrp="1"/>
          </p:cNvSpPr>
          <p:nvPr>
            <p:ph type="body" idx="5" hasCustomPrompt="1"/>
          </p:nvPr>
        </p:nvSpPr>
        <p:spPr>
          <a:xfrm xmlns:a="http://schemas.openxmlformats.org/drawingml/2006/main">
            <a:off x="609600" y="4991100"/>
            <a:ext cx="335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[Bukti dan manfaat]</a:t>
            </a:r>
          </a:p>
        </p:txBody>
      </p:sp>
      <p:sp>
        <p:nvSpPr>
          <p:cNvPr id="8" name="Isian 6">
            <a:extLst xmlns:a="http://schemas.openxmlformats.org/drawingml/2006/main">
              <a:ext uri="{FF2B5EF4-FFF2-40B4-BE49-F238E27FC236}">
                <a16:creationId xmlns:a16="http://schemas.microsoft.com/office/drawing/2014/main" id="{864011D4-4552-4E6A-8F77-CEE515093627}"/>
              </a:ext>
            </a:extLst>
          </p:cNvPr>
          <p:cNvSpPr>
            <a:spLocks xmlns:a="http://schemas.openxmlformats.org/drawingml/2006/main" noGrp="1"/>
          </p:cNvSpPr>
          <p:nvPr>
            <p:ph type="body" idx="6" hasCustomPrompt="1"/>
          </p:nvPr>
        </p:nvSpPr>
        <p:spPr>
          <a:xfrm xmlns:a="http://schemas.openxmlformats.org/drawingml/2006/main">
            <a:off x="4419600" y="43434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Cakupan persetujuan</a:t>
            </a:r>
          </a:p>
        </p:txBody>
      </p:sp>
      <p:sp>
        <p:nvSpPr>
          <p:cNvPr id="9" name="Isian 7">
            <a:extLst xmlns:a="http://schemas.openxmlformats.org/drawingml/2006/main">
              <a:ext uri="{FF2B5EF4-FFF2-40B4-BE49-F238E27FC236}">
                <a16:creationId xmlns:a16="http://schemas.microsoft.com/office/drawing/2014/main" id="{8F4FA922-9F17-4538-9D9E-05C947E0E5F5}"/>
              </a:ext>
            </a:extLst>
          </p:cNvPr>
          <p:cNvSpPr>
            <a:spLocks xmlns:a="http://schemas.openxmlformats.org/drawingml/2006/main" noGrp="1"/>
          </p:cNvSpPr>
          <p:nvPr>
            <p:ph type="body" idx="7" hasCustomPrompt="1"/>
          </p:nvPr>
        </p:nvSpPr>
        <p:spPr>
          <a:xfrm xmlns:a="http://schemas.openxmlformats.org/drawingml/2006/main">
            <a:off x="4419600" y="4991100"/>
            <a:ext cx="335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[Ruang lingkup dan syarat]</a:t>
            </a:r>
          </a:p>
        </p:txBody>
      </p:sp>
      <p:sp>
        <p:nvSpPr>
          <p:cNvPr id="10" name="Isian 8">
            <a:extLst xmlns:a="http://schemas.openxmlformats.org/drawingml/2006/main">
              <a:ext uri="{FF2B5EF4-FFF2-40B4-BE49-F238E27FC236}">
                <a16:creationId xmlns:a16="http://schemas.microsoft.com/office/drawing/2014/main" id="{58FAAAF1-1176-4036-98FA-98DDB68C30C1}"/>
              </a:ext>
            </a:extLst>
          </p:cNvPr>
          <p:cNvSpPr>
            <a:spLocks xmlns:a="http://schemas.openxmlformats.org/drawingml/2006/main" noGrp="1"/>
          </p:cNvSpPr>
          <p:nvPr>
            <p:ph type="body" idx="8" hasCustomPrompt="1"/>
          </p:nvPr>
        </p:nvSpPr>
        <p:spPr>
          <a:xfrm xmlns:a="http://schemas.openxmlformats.org/drawingml/2006/main">
            <a:off x="8229600" y="43434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Tindak lanjut</a:t>
            </a:r>
          </a:p>
        </p:txBody>
      </p:sp>
      <p:sp>
        <p:nvSpPr>
          <p:cNvPr id="11" name="Isian 9">
            <a:extLst xmlns:a="http://schemas.openxmlformats.org/drawingml/2006/main">
              <a:ext uri="{FF2B5EF4-FFF2-40B4-BE49-F238E27FC236}">
                <a16:creationId xmlns:a16="http://schemas.microsoft.com/office/drawing/2014/main" id="{2EFFA373-1A1F-4D34-BD36-CE6C5E3504BA}"/>
              </a:ext>
            </a:extLst>
          </p:cNvPr>
          <p:cNvSpPr>
            <a:spLocks xmlns:a="http://schemas.openxmlformats.org/drawingml/2006/main" noGrp="1"/>
          </p:cNvSpPr>
          <p:nvPr>
            <p:ph type="body" idx="9" hasCustomPrompt="1"/>
          </p:nvPr>
        </p:nvSpPr>
        <p:spPr>
          <a:xfrm xmlns:a="http://schemas.openxmlformats.org/drawingml/2006/main">
            <a:off x="8229600" y="4991100"/>
            <a:ext cx="335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[PIC dan tenggat]</a:t>
            </a:r>
          </a:p>
        </p:txBody>
      </p:sp>
      <p:sp>
        <p:nvSpPr>
          <p:cNvPr id="12" name="Sumber dan periode">
            <a:extLst xmlns:a="http://schemas.openxmlformats.org/drawingml/2006/main">
              <a:ext uri="{FF2B5EF4-FFF2-40B4-BE49-F238E27FC236}">
                <a16:creationId xmlns:a16="http://schemas.microsoft.com/office/drawing/2014/main" id="{2C601F99-D8BE-49CE-8D53-2B9ED0312DBE}"/>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Dasar pengajuan: [dokumen]. Versi: [nomor]. Status: usulan untuk pembahasan.</a:t>
            </a:r>
          </a:p>
        </p:txBody>
      </p:sp>
      <p:sp>
        <p:nvSpPr>
          <p:cNvPr id="13" name="Klasifikasi dokumen">
            <a:extLst xmlns:a="http://schemas.openxmlformats.org/drawingml/2006/main">
              <a:ext uri="{FF2B5EF4-FFF2-40B4-BE49-F238E27FC236}">
                <a16:creationId xmlns:a16="http://schemas.microsoft.com/office/drawing/2014/main" id="{3F35DFA8-DFC3-4BC8-AB1C-BB3C2FD75FE6}"/>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Nomor slide">
            <a:extLst xmlns:a="http://schemas.openxmlformats.org/drawingml/2006/main">
              <a:ext uri="{FF2B5EF4-FFF2-40B4-BE49-F238E27FC236}">
                <a16:creationId xmlns:a16="http://schemas.microsoft.com/office/drawing/2014/main" id="{31EA3FD9-14CF-452F-98AA-D9313D1A5385}"/>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05DF2E0F-9A8A-45AF-A5EF-22E06FFC2D01}" type="slidenum">
              <a:rPr sz="1200" b="0" lang="id-ID">
                <a:solidFill>
                  <a:srgbClr val="536679"/>
                </a:solidFill>
                <a:latin typeface="Space Grotesk"/>
                <a:ea typeface="Space Grotesk"/>
                <a:cs typeface="Space Grotesk"/>
              </a:rPr>
              <a:t>18</a:t>
            </a:fld>
          </a:p>
        </p:txBody>
      </p:sp>
    </p:spTree>
    <p:extLst>
      <p:ext uri="{BB962C8B-B14F-4D97-AF65-F5344CB8AC3E}">
        <p14:creationId xmlns:p14="http://schemas.microsoft.com/office/powerpoint/2010/main" val="430174289"/>
      </p:ext>
    </p:extLst>
  </p:cSld>
</p:sld>
</file>

<file path=ppt/slides/slide19.xml><?xml version="1.0" encoding="utf-8"?>
<p:sld xmlns:p="http://schemas.openxmlformats.org/presentationml/2006/main">
  <p:cSld name="Tindak lanjut">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57161E66-9D30-4348-8D04-39094B49E1FA}"/>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Rencana tindak lanjut</a:t>
            </a:r>
          </a:p>
        </p:txBody>
      </p:sp>
      <p:sp>
        <p:nvSpPr>
          <p:cNvPr id="3" name="Bagian">
            <a:extLst xmlns:a="http://schemas.openxmlformats.org/drawingml/2006/main">
              <a:ext uri="{FF2B5EF4-FFF2-40B4-BE49-F238E27FC236}">
                <a16:creationId xmlns:a16="http://schemas.microsoft.com/office/drawing/2014/main" id="{32EBD868-C40C-4319-B451-50944EFF3504}"/>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TINDAK LANJUT</a:t>
            </a:r>
          </a:p>
        </p:txBody>
      </p:sp>
      <p:sp>
        <p:nvSpPr>
          <p:cNvPr id="4" name="Konteks">
            <a:extLst xmlns:a="http://schemas.openxmlformats.org/drawingml/2006/main">
              <a:ext uri="{FF2B5EF4-FFF2-40B4-BE49-F238E27FC236}">
                <a16:creationId xmlns:a16="http://schemas.microsoft.com/office/drawing/2014/main" id="{04C6FF9D-DCDD-4BC8-91D8-223F20294809}"/>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[Hasil rapat atau program yang ditindaklanjuti]</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2BF2CDD3-D830-4C9E-9F5D-83E7F5BF723B}"/>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graphicFrame>
        <p:nvGraphicFramePr>
          <p:cNvPr id="6" name="" descr="Tabel isian yang dapat diedit"/>
          <p:cNvGraphicFramePr/>
          <p:nvPr>
            <p:ph type="tbl" idx="3" hasCustomPrompt="1"/>
          </p:nvPr>
        </p:nvGraphicFramePr>
        <p:xfrm>
          <a:off xmlns:a="http://schemas.openxmlformats.org/drawingml/2006/main" x="609600" y="2686050"/>
          <a:ext xmlns:a="http://schemas.openxmlformats.org/drawingml/2006/main" cx="10972800" cy="2705100"/>
        </p:xfrm>
        <a:graphic xmlns:a="http://schemas.openxmlformats.org/drawingml/2006/main">
          <a:graphicData uri="http://schemas.openxmlformats.org/drawingml/2006/table">
            <a:tbl>
              <a:tblPr firstRow="1" bandRow="0" bandCol="0"/>
              <a:tblGrid>
                <a:gridCol w="3810000"/>
                <a:gridCol w="2362200"/>
                <a:gridCol w="1828800"/>
                <a:gridCol w="2971800"/>
              </a:tblGrid>
              <a:tr h="676275">
                <a:tc>
                  <a:txBody>
                    <a:bodyPr lIns="76200" tIns="95250" rIns="76200" bIns="95250">
                      <a:noAutofit/>
                    </a:bodyPr>
                    <a:lstStyle/>
                    <a:p>
                      <a:r>
                        <a:rPr sz="1350" b="1" lang="id-ID">
                          <a:solidFill>
                            <a:srgbClr val="004999"/>
                          </a:solidFill>
                          <a:latin typeface="Space Grotesk"/>
                          <a:ea typeface="Space Grotesk"/>
                          <a:cs typeface="Space Grotesk"/>
                        </a:rPr>
                        <a:t>TINDAKAN</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PIC</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TENGGAT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350" b="1" lang="id-ID">
                          <a:solidFill>
                            <a:srgbClr val="004999"/>
                          </a:solidFill>
                          <a:latin typeface="Space Grotesk"/>
                          <a:ea typeface="Space Grotesk"/>
                          <a:cs typeface="Space Grotesk"/>
                        </a:rPr>
                        <a:t>BUKTI PENYELESAIAN</a:t>
                      </a:r>
                    </a:p>
                  </a:txBody>
                  <a:tcPr marL="76200" marR="76200" marT="76200" marB="76200">
                    <a:solidFill>
                      <a:srgbClr val="F0F1F1"/>
                    </a:solidFill>
                    <a:lnL w="0">
                      <a:noFill/>
                    </a:lnL>
                    <a:lnR w="0">
                      <a:noFill/>
                    </a:lnR>
                    <a:lnT w="0">
                      <a:noFill/>
                    </a:lnT>
                    <a:lnB w="0">
                      <a:noFill/>
                    </a:lnB>
                    <a:lnTlToBr w="0">
                      <a:noFill/>
                    </a:lnTlToBr>
                    <a:lnBlToTr w="0">
                      <a:noFill/>
                    </a:lnBlToTr>
                  </a:tcPr>
                </a:tc>
              </a:tr>
              <a:tr h="676275">
                <a:tc>
                  <a:txBody>
                    <a:bodyPr lIns="76200" tIns="95250" rIns="76200" bIns="95250">
                      <a:noAutofit/>
                    </a:bodyPr>
                    <a:lstStyle/>
                    <a:p>
                      <a:r>
                        <a:rPr sz="1800" b="0" lang="id-ID">
                          <a:solidFill>
                            <a:srgbClr val="011627"/>
                          </a:solidFill>
                          <a:latin typeface="Space Grotesk"/>
                          <a:ea typeface="Space Grotesk"/>
                          <a:cs typeface="Space Grotesk"/>
                        </a:rPr>
                        <a:t>[Tindakan 1]</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[Nama / unit]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[Tanggal]</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[Dokumen / hasil]</a:t>
                      </a:r>
                    </a:p>
                  </a:txBody>
                  <a:tcPr marL="76200" marR="76200" marT="76200" marB="76200">
                    <a:solidFill>
                      <a:srgbClr val="F0F1F1"/>
                    </a:solidFill>
                    <a:lnL w="0">
                      <a:noFill/>
                    </a:lnL>
                    <a:lnR w="0">
                      <a:noFill/>
                    </a:lnR>
                    <a:lnT w="0">
                      <a:noFill/>
                    </a:lnT>
                    <a:lnB w="0">
                      <a:noFill/>
                    </a:lnB>
                    <a:lnTlToBr w="0">
                      <a:noFill/>
                    </a:lnTlToBr>
                    <a:lnBlToTr w="0">
                      <a:noFill/>
                    </a:lnBlToTr>
                  </a:tcPr>
                </a:tc>
              </a:tr>
              <a:tr h="676275">
                <a:tc>
                  <a:txBody>
                    <a:bodyPr lIns="76200" tIns="95250" rIns="76200" bIns="95250">
                      <a:noAutofit/>
                    </a:bodyPr>
                    <a:lstStyle/>
                    <a:p>
                      <a:r>
                        <a:rPr sz="1800" b="0" lang="id-ID">
                          <a:solidFill>
                            <a:srgbClr val="011627"/>
                          </a:solidFill>
                          <a:latin typeface="Space Grotesk"/>
                          <a:ea typeface="Space Grotesk"/>
                          <a:cs typeface="Space Grotesk"/>
                        </a:rPr>
                        <a:t>[Tindakan 2]</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[Nama / unit]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[Tanggal]</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[Dokumen / hasil]</a:t>
                      </a:r>
                    </a:p>
                  </a:txBody>
                  <a:tcPr marL="76200" marR="76200" marT="76200" marB="76200">
                    <a:solidFill>
                      <a:srgbClr val="F0F1F1"/>
                    </a:solidFill>
                    <a:lnL w="0">
                      <a:noFill/>
                    </a:lnL>
                    <a:lnR w="0">
                      <a:noFill/>
                    </a:lnR>
                    <a:lnT w="0">
                      <a:noFill/>
                    </a:lnT>
                    <a:lnB w="0">
                      <a:noFill/>
                    </a:lnB>
                    <a:lnTlToBr w="0">
                      <a:noFill/>
                    </a:lnTlToBr>
                    <a:lnBlToTr w="0">
                      <a:noFill/>
                    </a:lnBlToTr>
                  </a:tcPr>
                </a:tc>
              </a:tr>
              <a:tr h="676275">
                <a:tc>
                  <a:txBody>
                    <a:bodyPr lIns="76200" tIns="95250" rIns="76200" bIns="95250">
                      <a:noAutofit/>
                    </a:bodyPr>
                    <a:lstStyle/>
                    <a:p>
                      <a:r>
                        <a:rPr sz="1800" b="0" lang="id-ID">
                          <a:solidFill>
                            <a:srgbClr val="011627"/>
                          </a:solidFill>
                          <a:latin typeface="Space Grotesk"/>
                          <a:ea typeface="Space Grotesk"/>
                          <a:cs typeface="Space Grotesk"/>
                        </a:rPr>
                        <a:t>[Tindakan 3]</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[Nama / unit]</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[Tanggal]</a:t>
                      </a:r>
                    </a:p>
                  </a:txBody>
                  <a:tcPr marL="76200" marR="76200" marT="76200" marB="76200">
                    <a:solidFill>
                      <a:srgbClr val="F0F1F1"/>
                    </a:solidFill>
                    <a:lnL w="0">
                      <a:noFill/>
                    </a:lnL>
                    <a:lnR w="0">
                      <a:noFill/>
                    </a:lnR>
                    <a:lnT w="0">
                      <a:noFill/>
                    </a:lnT>
                    <a:lnB w="0">
                      <a:noFill/>
                    </a:lnB>
                    <a:lnTlToBr w="0">
                      <a:noFill/>
                    </a:lnTlToBr>
                    <a:lnBlToTr w="0">
                      <a:noFill/>
                    </a:lnBlToTr>
                  </a:tcPr>
                </a:tc>
                <a:tc>
                  <a:txBody>
                    <a:bodyPr lIns="76200" tIns="95250" rIns="76200" bIns="95250">
                      <a:noAutofit/>
                    </a:bodyPr>
                    <a:lstStyle/>
                    <a:p>
                      <a:r>
                        <a:rPr sz="1800" b="0" lang="id-ID">
                          <a:solidFill>
                            <a:srgbClr val="011627"/>
                          </a:solidFill>
                          <a:latin typeface="Space Grotesk"/>
                          <a:ea typeface="Space Grotesk"/>
                          <a:cs typeface="Space Grotesk"/>
                        </a:rPr>
                        <a:t>[Dokumen / hasil]</a:t>
                      </a:r>
                    </a:p>
                  </a:txBody>
                  <a:tcPr marL="76200" marR="76200" marT="76200" marB="76200">
                    <a:solidFill>
                      <a:srgbClr val="F0F1F1"/>
                    </a:solidFill>
                    <a:lnL w="0">
                      <a:noFill/>
                    </a:lnL>
                    <a:lnR w="0">
                      <a:noFill/>
                    </a:lnR>
                    <a:lnT w="0">
                      <a:noFill/>
                    </a:lnT>
                    <a:lnB w="0">
                      <a:noFill/>
                    </a:lnB>
                    <a:lnTlToBr w="0">
                      <a:noFill/>
                    </a:lnTlToBr>
                    <a:lnBlToTr w="0">
                      <a:noFill/>
                    </a:lnBlToTr>
                  </a:tcPr>
                </a:tc>
              </a:tr>
            </a:tbl>
          </a:graphicData>
        </a:graphic>
      </p:graphicFrame>
      <p:sp>
        <p:nvSpPr>
          <p:cNvPr id="7" name="Sumber dan periode">
            <a:extLst xmlns:a="http://schemas.openxmlformats.org/drawingml/2006/main">
              <a:ext uri="{FF2B5EF4-FFF2-40B4-BE49-F238E27FC236}">
                <a16:creationId xmlns:a16="http://schemas.microsoft.com/office/drawing/2014/main" id="{4C70D812-DFD5-4592-B2E7-1D3A6E28AB42}"/>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Acuan: [notulen atau keputusan]. Tanggal rapat: [tanggal]. Unit pemantau: [unit].</a:t>
            </a:r>
          </a:p>
        </p:txBody>
      </p:sp>
      <p:sp>
        <p:nvSpPr>
          <p:cNvPr id="8" name="Klasifikasi dokumen">
            <a:extLst xmlns:a="http://schemas.openxmlformats.org/drawingml/2006/main">
              <a:ext uri="{FF2B5EF4-FFF2-40B4-BE49-F238E27FC236}">
                <a16:creationId xmlns:a16="http://schemas.microsoft.com/office/drawing/2014/main" id="{34126996-9F42-4C9C-BE18-90E19BFC08DE}"/>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9" name="Nomor slide">
            <a:extLst xmlns:a="http://schemas.openxmlformats.org/drawingml/2006/main">
              <a:ext uri="{FF2B5EF4-FFF2-40B4-BE49-F238E27FC236}">
                <a16:creationId xmlns:a16="http://schemas.microsoft.com/office/drawing/2014/main" id="{09FC34FD-5C7F-4C2E-9A0D-E678FEF1F9FF}"/>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4F668ADB-9B30-49EE-B09F-6CACADFF04FE}" type="slidenum">
              <a:rPr sz="1200" b="0" lang="id-ID">
                <a:solidFill>
                  <a:srgbClr val="536679"/>
                </a:solidFill>
                <a:latin typeface="Space Grotesk"/>
                <a:ea typeface="Space Grotesk"/>
                <a:cs typeface="Space Grotesk"/>
              </a:rPr>
              <a:t>19</a:t>
            </a:fld>
          </a:p>
        </p:txBody>
      </p:sp>
    </p:spTree>
    <p:extLst>
      <p:ext uri="{BB962C8B-B14F-4D97-AF65-F5344CB8AC3E}">
        <p14:creationId xmlns:p14="http://schemas.microsoft.com/office/powerpoint/2010/main" val="1228069307"/>
      </p:ext>
    </p:extLst>
  </p:cSld>
</p:sld>
</file>

<file path=ppt/slides/slide20.xml><?xml version="1.0" encoding="utf-8"?>
<p:sld xmlns:p="http://schemas.openxmlformats.org/presentationml/2006/main">
  <p:cSld name="Penutup">
    <p:bg>
      <p:bgPr>
        <a:solidFill xmlns:a="http://schemas.openxmlformats.org/drawingml/2006/main">
          <a:srgbClr val="011627"/>
        </a:solidFill>
      </p:bgPr>
    </p:bg>
    <p:spTree>
      <p:nvGrpSpPr>
        <p:cNvPr id="1" name=""/>
        <p:cNvGrpSpPr/>
        <p:nvPr/>
      </p:nvGrpSpPr>
      <p:grpSpPr>
        <a:xfrm xmlns:a="http://schemas.openxmlformats.org/drawingml/2006/main"/>
      </p:grpSpPr>
      <p:sp>
        <p:nvSpPr>
          <p:cNvPr id="2" name="Pesan penutup">
            <a:extLst xmlns:a="http://schemas.openxmlformats.org/drawingml/2006/main">
              <a:ext uri="{FF2B5EF4-FFF2-40B4-BE49-F238E27FC236}">
                <a16:creationId xmlns:a16="http://schemas.microsoft.com/office/drawing/2014/main" id="{8D3DD0AD-4663-4834-A7BC-45BD7A497CAE}"/>
              </a:ext>
            </a:extLst>
          </p:cNvPr>
          <p:cNvSpPr>
            <a:spLocks xmlns:a="http://schemas.openxmlformats.org/drawingml/2006/main" noGrp="1"/>
          </p:cNvSpPr>
          <p:nvPr>
            <p:ph type="title" idx="0" hasCustomPrompt="1"/>
          </p:nvPr>
        </p:nvSpPr>
        <p:spPr>
          <a:xfrm xmlns:a="http://schemas.openxmlformats.org/drawingml/2006/main">
            <a:off x="609600" y="2628900"/>
            <a:ext cx="685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lang="id-ID">
                <a:solidFill>
                  <a:srgbClr val="F0F1F1"/>
                </a:solidFill>
                <a:latin typeface="Space Grotesk"/>
                <a:ea typeface="Space Grotesk"/>
                <a:cs typeface="Space Grotesk"/>
              </a:defRPr>
            </a:pPr>
            <a:r>
              <a:rPr sz="4800" b="1" lang="id-ID">
                <a:solidFill>
                  <a:srgbClr val="F0F1F1"/>
                </a:solidFill>
                <a:latin typeface="Space Grotesk"/>
                <a:ea typeface="Space Grotesk"/>
                <a:cs typeface="Space Grotesk"/>
              </a:rPr>
              <a:t>[Pesan penutup]</a:t>
            </a:r>
          </a:p>
        </p:txBody>
      </p:sp>
      <p:sp>
        <p:nvSpPr>
          <p:cNvPr id="3" name="Perusahaan">
            <a:extLst xmlns:a="http://schemas.openxmlformats.org/drawingml/2006/main">
              <a:ext uri="{FF2B5EF4-FFF2-40B4-BE49-F238E27FC236}">
                <a16:creationId xmlns:a16="http://schemas.microsoft.com/office/drawing/2014/main" id="{F03DC932-4467-4698-B602-695278242989}"/>
              </a:ext>
            </a:extLst>
          </p:cNvPr>
          <p:cNvSpPr>
            <a:spLocks xmlns:a="http://schemas.openxmlformats.org/drawingml/2006/main" noGrp="1"/>
          </p:cNvSpPr>
          <p:nvPr>
            <p:ph type="subtitle" idx="1" hasCustomPrompt="1"/>
          </p:nvPr>
        </p:nvSpPr>
        <p:spPr>
          <a:xfrm xmlns:a="http://schemas.openxmlformats.org/drawingml/2006/main">
            <a:off x="609600" y="40195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lang="id-ID">
                <a:solidFill>
                  <a:srgbClr val="F0F1F1"/>
                </a:solidFill>
                <a:latin typeface="Space Grotesk"/>
                <a:ea typeface="Space Grotesk"/>
                <a:cs typeface="Space Grotesk"/>
              </a:defRPr>
            </a:pPr>
            <a:r>
              <a:rPr sz="2250" b="0" lang="id-ID">
                <a:solidFill>
                  <a:srgbClr val="F0F1F1"/>
                </a:solidFill>
                <a:latin typeface="Space Grotesk"/>
                <a:ea typeface="Space Grotesk"/>
                <a:cs typeface="Space Grotesk"/>
              </a:rPr>
              <a:t>PT Jakarta Utilitas Propertindo</a:t>
            </a:r>
          </a:p>
        </p:txBody>
      </p:sp>
      <p:sp>
        <p:nvSpPr>
          <p:cNvPr id="4" name="Kontak">
            <a:extLst xmlns:a="http://schemas.openxmlformats.org/drawingml/2006/main">
              <a:ext uri="{FF2B5EF4-FFF2-40B4-BE49-F238E27FC236}">
                <a16:creationId xmlns:a16="http://schemas.microsoft.com/office/drawing/2014/main" id="{9D2D0213-8A5A-4947-8BC3-9392AF79EDB0}"/>
              </a:ext>
            </a:extLst>
          </p:cNvPr>
          <p:cNvSpPr>
            <a:spLocks xmlns:a="http://schemas.openxmlformats.org/drawingml/2006/main" noGrp="1"/>
          </p:cNvSpPr>
          <p:nvPr>
            <p:ph type="body" idx="3" hasCustomPrompt="1"/>
          </p:nvPr>
        </p:nvSpPr>
        <p:spPr>
          <a:xfrm xmlns:a="http://schemas.openxmlformats.org/drawingml/2006/main">
            <a:off x="609600" y="4762500"/>
            <a:ext cx="685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F0F1F1"/>
                </a:solidFill>
                <a:latin typeface="Space Grotesk"/>
                <a:ea typeface="Space Grotesk"/>
                <a:cs typeface="Space Grotesk"/>
              </a:defRPr>
            </a:pPr>
            <a:r>
              <a:rPr sz="1950" b="0" lang="id-ID">
                <a:solidFill>
                  <a:srgbClr val="F0F1F1"/>
                </a:solidFill>
                <a:latin typeface="Space Grotesk"/>
                <a:ea typeface="Space Grotesk"/>
                <a:cs typeface="Space Grotesk"/>
              </a:rPr>
              <a:t>[Nama dan jabatan]</a:t>
            </a:r>
          </a:p>
          <a:p xmlns:a="http://schemas.openxmlformats.org/drawingml/2006/main">
            <a:pPr>
              <a:defRPr sz="1950" b="0" lang="id-ID">
                <a:solidFill>
                  <a:srgbClr val="F0F1F1"/>
                </a:solidFill>
                <a:latin typeface="Space Grotesk"/>
                <a:ea typeface="Space Grotesk"/>
                <a:cs typeface="Space Grotesk"/>
              </a:defRPr>
            </a:pPr>
            <a:r>
              <a:rPr sz="1950" b="0" lang="id-ID">
                <a:solidFill>
                  <a:srgbClr val="F0F1F1"/>
                </a:solidFill>
                <a:latin typeface="Space Grotesk"/>
                <a:ea typeface="Space Grotesk"/>
                <a:cs typeface="Space Grotesk"/>
              </a:rPr>
              <a:t>[Email / nomor kontak resmi]</a:t>
            </a:r>
          </a:p>
        </p:txBody>
      </p:sp>
      <p:sp>
        <p:nvSpPr>
          <p:cNvPr id="5" name="Kontak web">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9A34C670-8F92-44CE-B41E-8BCBA7A5F0D9}"/>
              </a:ext>
            </a:extLst>
          </p:cNvPr>
          <p:cNvSpPr>
            <a:spLocks xmlns:a="http://schemas.openxmlformats.org/drawingml/2006/main" noGrp="1"/>
          </p:cNvSpPr>
          <p:nvPr>
            <p:ph type="body" idx="91" hasCustomPrompt="1"/>
          </p:nvPr>
        </p:nvSpPr>
        <p:spPr>
          <a:xfrm xmlns:a="http://schemas.openxmlformats.org/drawingml/2006/main">
            <a:off x="952500" y="61436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www.jup.co.id</a:t>
            </a:r>
          </a:p>
        </p:txBody>
      </p:sp>
      <p:sp>
        <p:nvSpPr>
          <p:cNvPr id="6" name="Kontak ig">
            <ns0:hlinkClick xmlns:ns0="http://schemas.openxmlformats.org/drawingml/2006/main" xmlns:ns1="http://schemas.openxmlformats.org/officeDocument/2006/relationships" ns1:id="rIdJupContact2"/>
            <a:extLst xmlns:a="http://schemas.openxmlformats.org/drawingml/2006/main">
              <a:ext uri="{FF2B5EF4-FFF2-40B4-BE49-F238E27FC236}">
                <a16:creationId xmlns:a16="http://schemas.microsoft.com/office/drawing/2014/main" id="{E947047E-860B-4C37-AAED-7D73B92191B7}"/>
              </a:ext>
            </a:extLst>
          </p:cNvPr>
          <p:cNvSpPr>
            <a:spLocks xmlns:a="http://schemas.openxmlformats.org/drawingml/2006/main" noGrp="1"/>
          </p:cNvSpPr>
          <p:nvPr>
            <p:ph type="body" idx="90" hasCustomPrompt="1"/>
          </p:nvPr>
        </p:nvSpPr>
        <p:spPr>
          <a:xfrm xmlns:a="http://schemas.openxmlformats.org/drawingml/2006/main">
            <a:off x="3695700" y="614362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@jakartautilitas</a:t>
            </a:r>
          </a:p>
        </p:txBody>
      </p:sp>
      <p:sp>
        <p:nvSpPr>
          <p:cNvPr id="7" name="Kontak li">
            <ns0:hlinkClick xmlns:ns0="http://schemas.openxmlformats.org/drawingml/2006/main" xmlns:ns1="http://schemas.openxmlformats.org/officeDocument/2006/relationships" ns1:id="rIdJupContact3"/>
            <a:extLst xmlns:a="http://schemas.openxmlformats.org/drawingml/2006/main">
              <a:ext uri="{FF2B5EF4-FFF2-40B4-BE49-F238E27FC236}">
                <a16:creationId xmlns:a16="http://schemas.microsoft.com/office/drawing/2014/main" id="{023A7352-01DF-405C-BCD6-79AEC023A28D}"/>
              </a:ext>
            </a:extLst>
          </p:cNvPr>
          <p:cNvSpPr>
            <a:spLocks xmlns:a="http://schemas.openxmlformats.org/drawingml/2006/main" noGrp="1"/>
          </p:cNvSpPr>
          <p:nvPr>
            <p:ph type="body" idx="92" hasCustomPrompt="1"/>
          </p:nvPr>
        </p:nvSpPr>
        <p:spPr>
          <a:xfrm xmlns:a="http://schemas.openxmlformats.org/drawingml/2006/main">
            <a:off x="7162800" y="6143625"/>
            <a:ext cx="441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PT Jakarta Utilitas Propertindo</a:t>
            </a:r>
          </a:p>
        </p:txBody>
      </p:sp>
      <p:sp>
        <p:nvSpPr>
          <p:cNvPr id="108" name="Bidang putih logo JUP"/>
          <p:cNvSpPr>
            <a:spLocks xmlns:a="http://schemas.openxmlformats.org/drawingml/2006/main" noGrp="1"/>
          </p:cNvSpPr>
          <p:nvPr/>
        </p:nvSpPr>
        <p:spPr>
          <a:xfrm xmlns:a="http://schemas.openxmlformats.org/drawingml/2006/main">
            <a:off x="647700" y="400050"/>
            <a:ext cx="3048000" cy="102839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109" name="" descr="Dark.png dari pengguna; proporsi dan berkas gambar asli dipertahankan"/>
          <p:cNvPicPr>
            <a:picLocks xmlns:a="http://schemas.openxmlformats.org/drawingml/2006/main" noChangeAspect="1"/>
          </p:cNvPicPr>
          <p:nvPr/>
        </p:nvPicPr>
        <p:blipFill>
          <a:blip xmlns:r="http://schemas.openxmlformats.org/officeDocument/2006/relationships" xmlns:a="http://schemas.openxmlformats.org/drawingml/2006/main" r:embed="rIdJupDarkLogo"/>
          <a:stretch xmlns:a="http://schemas.openxmlformats.org/drawingml/2006/main"/>
        </p:blipFill>
        <p:spPr>
          <a:xfrm xmlns:a="http://schemas.openxmlformats.org/drawingml/2006/main">
            <a:off x="647700" y="400050"/>
            <a:ext cx="3048000" cy="1028390"/>
          </a:xfrm>
          <a:prstGeom xmlns:a="http://schemas.openxmlformats.org/drawingml/2006/main" prst="rect">
            <a:avLst/>
          </a:prstGeom>
        </p:spPr>
      </p:pic>
    </p:spTree>
    <p:extLst>
      <p:ext uri="{BB962C8B-B14F-4D97-AF65-F5344CB8AC3E}">
        <p14:creationId xmlns:p14="http://schemas.microsoft.com/office/powerpoint/2010/main" val="2108674137"/>
      </p:ext>
    </p:extLst>
  </p:cSld>
</p:sld>
</file>

<file path=ppt/slides/slide21.xml><?xml version="1.0" encoding="utf-8"?>
<p:sld xmlns:p="http://schemas.openxmlformats.org/presentationml/2006/main">
  <p:cSld name="Panduan identitas">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A5727499-118A-4F5C-9DBD-3B051C370EB5}"/>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Identitas visual JUP</a:t>
            </a:r>
          </a:p>
        </p:txBody>
      </p:sp>
      <p:sp>
        <p:nvSpPr>
          <p:cNvPr id="3" name="Bagian">
            <a:extLst xmlns:a="http://schemas.openxmlformats.org/drawingml/2006/main">
              <a:ext uri="{FF2B5EF4-FFF2-40B4-BE49-F238E27FC236}">
                <a16:creationId xmlns:a16="http://schemas.microsoft.com/office/drawing/2014/main" id="{1C4A18CB-DE3C-4388-9CD9-D3B05A062028}"/>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PANDUAN TEMPLATE</a:t>
            </a:r>
          </a:p>
        </p:txBody>
      </p:sp>
      <p:sp>
        <p:nvSpPr>
          <p:cNvPr id="4" name="Konteks">
            <a:extLst xmlns:a="http://schemas.openxmlformats.org/drawingml/2006/main">
              <a:ext uri="{FF2B5EF4-FFF2-40B4-BE49-F238E27FC236}">
                <a16:creationId xmlns:a16="http://schemas.microsoft.com/office/drawing/2014/main" id="{8E7FDAA3-F24F-41BA-8DC2-11B58AD3D633}"/>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Gunakan logo dan elemen grafis asli sesuai pedoman identitas JUP.</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1A257382-5946-4A8E-BF9C-B80DC90726EB}"/>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Isian 3">
            <a:extLst xmlns:a="http://schemas.openxmlformats.org/drawingml/2006/main">
              <a:ext uri="{FF2B5EF4-FFF2-40B4-BE49-F238E27FC236}">
                <a16:creationId xmlns:a16="http://schemas.microsoft.com/office/drawing/2014/main" id="{789B6853-92BB-48B6-8C88-4B4589918723}"/>
              </a:ext>
            </a:extLst>
          </p:cNvPr>
          <p:cNvSpPr>
            <a:spLocks xmlns:a="http://schemas.openxmlformats.org/drawingml/2006/main" noGrp="1"/>
          </p:cNvSpPr>
          <p:nvPr>
            <p:ph type="body" idx="3" hasCustomPrompt="1"/>
          </p:nvPr>
        </p:nvSpPr>
        <p:spPr>
          <a:xfrm xmlns:a="http://schemas.openxmlformats.org/drawingml/2006/main">
            <a:off x="609600" y="45148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Pertahankan warna, proporsi,</a:t>
            </a:r>
          </a:p>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dan susunan logo asli.</a:t>
            </a:r>
          </a:p>
        </p:txBody>
      </p:sp>
      <p:sp>
        <p:nvSpPr>
          <p:cNvPr id="7" name="Isian 4">
            <a:extLst xmlns:a="http://schemas.openxmlformats.org/drawingml/2006/main">
              <a:ext uri="{FF2B5EF4-FFF2-40B4-BE49-F238E27FC236}">
                <a16:creationId xmlns:a16="http://schemas.microsoft.com/office/drawing/2014/main" id="{204600F3-3EEF-4DA1-B6DD-75C95B0E0D9E}"/>
              </a:ext>
            </a:extLst>
          </p:cNvPr>
          <p:cNvSpPr>
            <a:spLocks xmlns:a="http://schemas.openxmlformats.org/drawingml/2006/main" noGrp="1"/>
          </p:cNvSpPr>
          <p:nvPr>
            <p:ph type="body" idx="4" hasCustomPrompt="1"/>
          </p:nvPr>
        </p:nvSpPr>
        <p:spPr>
          <a:xfrm xmlns:a="http://schemas.openxmlformats.org/drawingml/2006/main">
            <a:off x="7010400" y="27051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11627"/>
                </a:solidFill>
                <a:latin typeface="Space Grotesk"/>
                <a:ea typeface="Space Grotesk"/>
                <a:cs typeface="Space Grotesk"/>
              </a:defRPr>
            </a:pPr>
            <a:r>
              <a:rPr sz="1800" b="1" lang="id-ID">
                <a:solidFill>
                  <a:srgbClr val="011627"/>
                </a:solidFill>
                <a:latin typeface="Space Grotesk"/>
                <a:ea typeface="Space Grotesk"/>
                <a:cs typeface="Space Grotesk"/>
              </a:rPr>
              <a:t>Pigment Green</a:t>
            </a:r>
          </a:p>
        </p:txBody>
      </p:sp>
      <p:sp>
        <p:nvSpPr>
          <p:cNvPr id="8" name="Isian 5">
            <a:extLst xmlns:a="http://schemas.openxmlformats.org/drawingml/2006/main">
              <a:ext uri="{FF2B5EF4-FFF2-40B4-BE49-F238E27FC236}">
                <a16:creationId xmlns:a16="http://schemas.microsoft.com/office/drawing/2014/main" id="{0561DC57-F265-456F-AFC7-11CEACF5041A}"/>
              </a:ext>
            </a:extLst>
          </p:cNvPr>
          <p:cNvSpPr>
            <a:spLocks xmlns:a="http://schemas.openxmlformats.org/drawingml/2006/main" noGrp="1"/>
          </p:cNvSpPr>
          <p:nvPr>
            <p:ph type="body" idx="5" hasCustomPrompt="1"/>
          </p:nvPr>
        </p:nvSpPr>
        <p:spPr>
          <a:xfrm xmlns:a="http://schemas.openxmlformats.org/drawingml/2006/main">
            <a:off x="10287000" y="2724150"/>
            <a:ext cx="129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lang="id-ID">
                <a:solidFill>
                  <a:srgbClr val="536679"/>
                </a:solidFill>
                <a:latin typeface="Space Grotesk"/>
                <a:ea typeface="Space Grotesk"/>
                <a:cs typeface="Space Grotesk"/>
              </a:defRPr>
            </a:pPr>
            <a:r>
              <a:rPr sz="1500" b="0" lang="id-ID">
                <a:solidFill>
                  <a:srgbClr val="536679"/>
                </a:solidFill>
                <a:latin typeface="Space Grotesk"/>
                <a:ea typeface="Space Grotesk"/>
                <a:cs typeface="Space Grotesk"/>
              </a:rPr>
              <a:t>#00A550</a:t>
            </a:r>
          </a:p>
        </p:txBody>
      </p:sp>
      <p:sp>
        <p:nvSpPr>
          <p:cNvPr id="9" name="Isian 6">
            <a:extLst xmlns:a="http://schemas.openxmlformats.org/drawingml/2006/main">
              <a:ext uri="{FF2B5EF4-FFF2-40B4-BE49-F238E27FC236}">
                <a16:creationId xmlns:a16="http://schemas.microsoft.com/office/drawing/2014/main" id="{3DECA9E0-CF24-46B8-856E-554082E0B82F}"/>
              </a:ext>
            </a:extLst>
          </p:cNvPr>
          <p:cNvSpPr>
            <a:spLocks xmlns:a="http://schemas.openxmlformats.org/drawingml/2006/main" noGrp="1"/>
          </p:cNvSpPr>
          <p:nvPr>
            <p:ph type="body" idx="6" hasCustomPrompt="1"/>
          </p:nvPr>
        </p:nvSpPr>
        <p:spPr>
          <a:xfrm xmlns:a="http://schemas.openxmlformats.org/drawingml/2006/main">
            <a:off x="7010400" y="33718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11627"/>
                </a:solidFill>
                <a:latin typeface="Space Grotesk"/>
                <a:ea typeface="Space Grotesk"/>
                <a:cs typeface="Space Grotesk"/>
              </a:defRPr>
            </a:pPr>
            <a:r>
              <a:rPr sz="1800" b="1" lang="id-ID">
                <a:solidFill>
                  <a:srgbClr val="011627"/>
                </a:solidFill>
                <a:latin typeface="Space Grotesk"/>
                <a:ea typeface="Space Grotesk"/>
                <a:cs typeface="Space Grotesk"/>
              </a:rPr>
              <a:t>Polynesian Blue</a:t>
            </a:r>
          </a:p>
        </p:txBody>
      </p:sp>
      <p:sp>
        <p:nvSpPr>
          <p:cNvPr id="10" name="Isian 7">
            <a:extLst xmlns:a="http://schemas.openxmlformats.org/drawingml/2006/main">
              <a:ext uri="{FF2B5EF4-FFF2-40B4-BE49-F238E27FC236}">
                <a16:creationId xmlns:a16="http://schemas.microsoft.com/office/drawing/2014/main" id="{AA63BC86-F2FF-4482-BE36-BA56C5466794}"/>
              </a:ext>
            </a:extLst>
          </p:cNvPr>
          <p:cNvSpPr>
            <a:spLocks xmlns:a="http://schemas.openxmlformats.org/drawingml/2006/main" noGrp="1"/>
          </p:cNvSpPr>
          <p:nvPr>
            <p:ph type="body" idx="7" hasCustomPrompt="1"/>
          </p:nvPr>
        </p:nvSpPr>
        <p:spPr>
          <a:xfrm xmlns:a="http://schemas.openxmlformats.org/drawingml/2006/main">
            <a:off x="10287000" y="3390900"/>
            <a:ext cx="129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lang="id-ID">
                <a:solidFill>
                  <a:srgbClr val="536679"/>
                </a:solidFill>
                <a:latin typeface="Space Grotesk"/>
                <a:ea typeface="Space Grotesk"/>
                <a:cs typeface="Space Grotesk"/>
              </a:defRPr>
            </a:pPr>
            <a:r>
              <a:rPr sz="1500" b="0" lang="id-ID">
                <a:solidFill>
                  <a:srgbClr val="536679"/>
                </a:solidFill>
                <a:latin typeface="Space Grotesk"/>
                <a:ea typeface="Space Grotesk"/>
                <a:cs typeface="Space Grotesk"/>
              </a:rPr>
              <a:t>#004999</a:t>
            </a:r>
          </a:p>
        </p:txBody>
      </p:sp>
      <p:sp>
        <p:nvSpPr>
          <p:cNvPr id="11" name="Isian 8">
            <a:extLst xmlns:a="http://schemas.openxmlformats.org/drawingml/2006/main">
              <a:ext uri="{FF2B5EF4-FFF2-40B4-BE49-F238E27FC236}">
                <a16:creationId xmlns:a16="http://schemas.microsoft.com/office/drawing/2014/main" id="{A84BC243-480E-4EE4-99DC-CFED34D4439B}"/>
              </a:ext>
            </a:extLst>
          </p:cNvPr>
          <p:cNvSpPr>
            <a:spLocks xmlns:a="http://schemas.openxmlformats.org/drawingml/2006/main" noGrp="1"/>
          </p:cNvSpPr>
          <p:nvPr>
            <p:ph type="body" idx="8" hasCustomPrompt="1"/>
          </p:nvPr>
        </p:nvSpPr>
        <p:spPr>
          <a:xfrm xmlns:a="http://schemas.openxmlformats.org/drawingml/2006/main">
            <a:off x="7010400" y="40386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11627"/>
                </a:solidFill>
                <a:latin typeface="Space Grotesk"/>
                <a:ea typeface="Space Grotesk"/>
                <a:cs typeface="Space Grotesk"/>
              </a:defRPr>
            </a:pPr>
            <a:r>
              <a:rPr sz="1800" b="1" lang="id-ID">
                <a:solidFill>
                  <a:srgbClr val="011627"/>
                </a:solidFill>
                <a:latin typeface="Space Grotesk"/>
                <a:ea typeface="Space Grotesk"/>
                <a:cs typeface="Space Grotesk"/>
              </a:rPr>
              <a:t>Rich Black</a:t>
            </a:r>
          </a:p>
        </p:txBody>
      </p:sp>
      <p:sp>
        <p:nvSpPr>
          <p:cNvPr id="12" name="Isian 9">
            <a:extLst xmlns:a="http://schemas.openxmlformats.org/drawingml/2006/main">
              <a:ext uri="{FF2B5EF4-FFF2-40B4-BE49-F238E27FC236}">
                <a16:creationId xmlns:a16="http://schemas.microsoft.com/office/drawing/2014/main" id="{BFE8F773-AE51-4E7E-B0B0-AAB2542F2447}"/>
              </a:ext>
            </a:extLst>
          </p:cNvPr>
          <p:cNvSpPr>
            <a:spLocks xmlns:a="http://schemas.openxmlformats.org/drawingml/2006/main" noGrp="1"/>
          </p:cNvSpPr>
          <p:nvPr>
            <p:ph type="body" idx="9" hasCustomPrompt="1"/>
          </p:nvPr>
        </p:nvSpPr>
        <p:spPr>
          <a:xfrm xmlns:a="http://schemas.openxmlformats.org/drawingml/2006/main">
            <a:off x="10287000" y="4057650"/>
            <a:ext cx="129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lang="id-ID">
                <a:solidFill>
                  <a:srgbClr val="536679"/>
                </a:solidFill>
                <a:latin typeface="Space Grotesk"/>
                <a:ea typeface="Space Grotesk"/>
                <a:cs typeface="Space Grotesk"/>
              </a:defRPr>
            </a:pPr>
            <a:r>
              <a:rPr sz="1500" b="0" lang="id-ID">
                <a:solidFill>
                  <a:srgbClr val="536679"/>
                </a:solidFill>
                <a:latin typeface="Space Grotesk"/>
                <a:ea typeface="Space Grotesk"/>
                <a:cs typeface="Space Grotesk"/>
              </a:rPr>
              <a:t>#011627</a:t>
            </a:r>
          </a:p>
        </p:txBody>
      </p:sp>
      <p:sp>
        <p:nvSpPr>
          <p:cNvPr id="13" name="Isian 10">
            <a:extLst xmlns:a="http://schemas.openxmlformats.org/drawingml/2006/main">
              <a:ext uri="{FF2B5EF4-FFF2-40B4-BE49-F238E27FC236}">
                <a16:creationId xmlns:a16="http://schemas.microsoft.com/office/drawing/2014/main" id="{437539BD-DFAB-45B0-9386-9D9DAD839FF6}"/>
              </a:ext>
            </a:extLst>
          </p:cNvPr>
          <p:cNvSpPr>
            <a:spLocks xmlns:a="http://schemas.openxmlformats.org/drawingml/2006/main" noGrp="1"/>
          </p:cNvSpPr>
          <p:nvPr>
            <p:ph type="body" idx="10" hasCustomPrompt="1"/>
          </p:nvPr>
        </p:nvSpPr>
        <p:spPr>
          <a:xfrm xmlns:a="http://schemas.openxmlformats.org/drawingml/2006/main">
            <a:off x="7010400" y="47053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11627"/>
                </a:solidFill>
                <a:latin typeface="Space Grotesk"/>
                <a:ea typeface="Space Grotesk"/>
                <a:cs typeface="Space Grotesk"/>
              </a:defRPr>
            </a:pPr>
            <a:r>
              <a:rPr sz="1800" b="1" lang="id-ID">
                <a:solidFill>
                  <a:srgbClr val="011627"/>
                </a:solidFill>
                <a:latin typeface="Space Grotesk"/>
                <a:ea typeface="Space Grotesk"/>
                <a:cs typeface="Space Grotesk"/>
              </a:rPr>
              <a:t>Anti-flash White</a:t>
            </a:r>
          </a:p>
        </p:txBody>
      </p:sp>
      <p:sp>
        <p:nvSpPr>
          <p:cNvPr id="14" name="Isian 11">
            <a:extLst xmlns:a="http://schemas.openxmlformats.org/drawingml/2006/main">
              <a:ext uri="{FF2B5EF4-FFF2-40B4-BE49-F238E27FC236}">
                <a16:creationId xmlns:a16="http://schemas.microsoft.com/office/drawing/2014/main" id="{0739F021-E02E-41AE-A318-19491ACB1639}"/>
              </a:ext>
            </a:extLst>
          </p:cNvPr>
          <p:cNvSpPr>
            <a:spLocks xmlns:a="http://schemas.openxmlformats.org/drawingml/2006/main" noGrp="1"/>
          </p:cNvSpPr>
          <p:nvPr>
            <p:ph type="body" idx="11" hasCustomPrompt="1"/>
          </p:nvPr>
        </p:nvSpPr>
        <p:spPr>
          <a:xfrm xmlns:a="http://schemas.openxmlformats.org/drawingml/2006/main">
            <a:off x="10287000" y="4724400"/>
            <a:ext cx="129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lang="id-ID">
                <a:solidFill>
                  <a:srgbClr val="536679"/>
                </a:solidFill>
                <a:latin typeface="Space Grotesk"/>
                <a:ea typeface="Space Grotesk"/>
                <a:cs typeface="Space Grotesk"/>
              </a:defRPr>
            </a:pPr>
            <a:r>
              <a:rPr sz="1500" b="0" lang="id-ID">
                <a:solidFill>
                  <a:srgbClr val="536679"/>
                </a:solidFill>
                <a:latin typeface="Space Grotesk"/>
                <a:ea typeface="Space Grotesk"/>
                <a:cs typeface="Space Grotesk"/>
              </a:rPr>
              <a:t>#F0F1F1</a:t>
            </a:r>
          </a:p>
        </p:txBody>
      </p:sp>
      <p:sp>
        <p:nvSpPr>
          <p:cNvPr id="15" name="Sumber dan periode">
            <a:extLst xmlns:a="http://schemas.openxmlformats.org/drawingml/2006/main">
              <a:ext uri="{FF2B5EF4-FFF2-40B4-BE49-F238E27FC236}">
                <a16:creationId xmlns:a16="http://schemas.microsoft.com/office/drawing/2014/main" id="{45918D06-3D93-4E83-93C2-2A93C7293DD6}"/>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Acuan: jup-design.skill, readme.md dan DESIGN.md. Identitas mengacu pada manual JUP 2023.</a:t>
            </a:r>
          </a:p>
        </p:txBody>
      </p:sp>
      <p:sp>
        <p:nvSpPr>
          <p:cNvPr id="16" name="Klasifikasi dokumen">
            <a:extLst xmlns:a="http://schemas.openxmlformats.org/drawingml/2006/main">
              <a:ext uri="{FF2B5EF4-FFF2-40B4-BE49-F238E27FC236}">
                <a16:creationId xmlns:a16="http://schemas.microsoft.com/office/drawing/2014/main" id="{DA46240E-E8FD-44D4-A178-ACE374F9F972}"/>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7" name="Nomor slide">
            <a:extLst xmlns:a="http://schemas.openxmlformats.org/drawingml/2006/main">
              <a:ext uri="{FF2B5EF4-FFF2-40B4-BE49-F238E27FC236}">
                <a16:creationId xmlns:a16="http://schemas.microsoft.com/office/drawing/2014/main" id="{19D9428B-053D-4F45-88BE-EAC4039A087F}"/>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FFF1F99-37EC-4F6C-AB88-9AC030D41F82}" type="slidenum">
              <a:rPr sz="1200" b="0" lang="id-ID">
                <a:solidFill>
                  <a:srgbClr val="536679"/>
                </a:solidFill>
                <a:latin typeface="Space Grotesk"/>
                <a:ea typeface="Space Grotesk"/>
                <a:cs typeface="Space Grotesk"/>
              </a:rPr>
              <a:t>21</a:t>
            </a:fld>
          </a:p>
        </p:txBody>
      </p:sp>
    </p:spTree>
    <p:extLst>
      <p:ext uri="{BB962C8B-B14F-4D97-AF65-F5344CB8AC3E}">
        <p14:creationId xmlns:p14="http://schemas.microsoft.com/office/powerpoint/2010/main" val="1369030089"/>
      </p:ext>
    </p:extLst>
  </p:cSld>
</p:sld>
</file>

<file path=ppt/slides/slide22.xml><?xml version="1.0" encoding="utf-8"?>
<p:sld xmlns:p="http://schemas.openxmlformats.org/presentationml/2006/main">
  <p:cSld name="Panduan tipografi">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4381165E-3EA9-4CF0-AEDB-000D1DD5A72F}"/>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Tipografi dan tata letak</a:t>
            </a:r>
          </a:p>
        </p:txBody>
      </p:sp>
      <p:sp>
        <p:nvSpPr>
          <p:cNvPr id="3" name="Bagian">
            <a:extLst xmlns:a="http://schemas.openxmlformats.org/drawingml/2006/main">
              <a:ext uri="{FF2B5EF4-FFF2-40B4-BE49-F238E27FC236}">
                <a16:creationId xmlns:a16="http://schemas.microsoft.com/office/drawing/2014/main" id="{F2194BE9-9F2C-4343-9938-F820736E5EEF}"/>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PANDUAN TEMPLATE</a:t>
            </a:r>
          </a:p>
        </p:txBody>
      </p:sp>
      <p:sp>
        <p:nvSpPr>
          <p:cNvPr id="4" name="Konteks">
            <a:extLst xmlns:a="http://schemas.openxmlformats.org/drawingml/2006/main">
              <a:ext uri="{FF2B5EF4-FFF2-40B4-BE49-F238E27FC236}">
                <a16:creationId xmlns:a16="http://schemas.microsoft.com/office/drawing/2014/main" id="{52001AB5-7AD2-491C-BCE3-D8AE900B3069}"/>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Space Grotesk untuk teks. Space Mono untuk angka dan kode.</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DB381007-3AD5-449F-8DF8-654C4955EA19}"/>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Isian 3">
            <a:extLst xmlns:a="http://schemas.openxmlformats.org/drawingml/2006/main">
              <a:ext uri="{FF2B5EF4-FFF2-40B4-BE49-F238E27FC236}">
                <a16:creationId xmlns:a16="http://schemas.microsoft.com/office/drawing/2014/main" id="{2028D554-87B6-436A-97A8-DDC7967C6443}"/>
              </a:ext>
            </a:extLst>
          </p:cNvPr>
          <p:cNvSpPr>
            <a:spLocks xmlns:a="http://schemas.openxmlformats.org/drawingml/2006/main" noGrp="1"/>
          </p:cNvSpPr>
          <p:nvPr>
            <p:ph type="body" idx="3" hasCustomPrompt="1"/>
          </p:nvPr>
        </p:nvSpPr>
        <p:spPr>
          <a:xfrm xmlns:a="http://schemas.openxmlformats.org/drawingml/2006/main">
            <a:off x="609600" y="2743200"/>
            <a:ext cx="609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lang="id-ID">
                <a:solidFill>
                  <a:srgbClr val="011627"/>
                </a:solidFill>
                <a:latin typeface="Space Grotesk"/>
                <a:ea typeface="Space Grotesk"/>
                <a:cs typeface="Space Grotesk"/>
              </a:defRPr>
            </a:pPr>
            <a:r>
              <a:rPr sz="3900" b="1" lang="id-ID">
                <a:solidFill>
                  <a:srgbClr val="011627"/>
                </a:solidFill>
                <a:latin typeface="Space Grotesk"/>
                <a:ea typeface="Space Grotesk"/>
                <a:cs typeface="Space Grotesk"/>
              </a:rPr>
              <a:t>Space Grotesk</a:t>
            </a:r>
          </a:p>
        </p:txBody>
      </p:sp>
      <p:sp>
        <p:nvSpPr>
          <p:cNvPr id="7" name="Isian 4">
            <a:extLst xmlns:a="http://schemas.openxmlformats.org/drawingml/2006/main">
              <a:ext uri="{FF2B5EF4-FFF2-40B4-BE49-F238E27FC236}">
                <a16:creationId xmlns:a16="http://schemas.microsoft.com/office/drawing/2014/main" id="{08EA540A-CD21-4B3E-94A0-2E824FE45ECC}"/>
              </a:ext>
            </a:extLst>
          </p:cNvPr>
          <p:cNvSpPr>
            <a:spLocks xmlns:a="http://schemas.openxmlformats.org/drawingml/2006/main" noGrp="1"/>
          </p:cNvSpPr>
          <p:nvPr>
            <p:ph type="body" idx="4" hasCustomPrompt="1"/>
          </p:nvPr>
        </p:nvSpPr>
        <p:spPr>
          <a:xfrm xmlns:a="http://schemas.openxmlformats.org/drawingml/2006/main">
            <a:off x="609600" y="3752850"/>
            <a:ext cx="609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lang="id-ID">
                <a:solidFill>
                  <a:srgbClr val="011627"/>
                </a:solidFill>
                <a:latin typeface="Space Grotesk"/>
                <a:ea typeface="Space Grotesk"/>
                <a:cs typeface="Space Grotesk"/>
              </a:defRPr>
            </a:pPr>
            <a:r>
              <a:rPr sz="2700" b="1" lang="id-ID">
                <a:solidFill>
                  <a:srgbClr val="011627"/>
                </a:solidFill>
                <a:latin typeface="Space Grotesk"/>
                <a:ea typeface="Space Grotesk"/>
                <a:cs typeface="Space Grotesk"/>
              </a:rPr>
              <a:t>Judul yang singkat</a:t>
            </a:r>
          </a:p>
          <a:p xmlns:a="http://schemas.openxmlformats.org/drawingml/2006/main">
            <a:pPr>
              <a:defRPr sz="2700" b="1" lang="id-ID">
                <a:solidFill>
                  <a:srgbClr val="011627"/>
                </a:solidFill>
                <a:latin typeface="Space Grotesk"/>
                <a:ea typeface="Space Grotesk"/>
                <a:cs typeface="Space Grotesk"/>
              </a:defRPr>
            </a:pPr>
            <a:r>
              <a:rPr sz="2700" b="1" lang="id-ID">
                <a:solidFill>
                  <a:srgbClr val="011627"/>
                </a:solidFill>
                <a:latin typeface="Space Grotesk"/>
                <a:ea typeface="Space Grotesk"/>
                <a:cs typeface="Space Grotesk"/>
              </a:rPr>
              <a:t>dan mudah dipahami</a:t>
            </a:r>
          </a:p>
        </p:txBody>
      </p:sp>
      <p:sp>
        <p:nvSpPr>
          <p:cNvPr id="8" name="Isian 5">
            <a:extLst xmlns:a="http://schemas.openxmlformats.org/drawingml/2006/main">
              <a:ext uri="{FF2B5EF4-FFF2-40B4-BE49-F238E27FC236}">
                <a16:creationId xmlns:a16="http://schemas.microsoft.com/office/drawing/2014/main" id="{E0A16086-4C48-4734-B680-140FB87C2EE0}"/>
              </a:ext>
            </a:extLst>
          </p:cNvPr>
          <p:cNvSpPr>
            <a:spLocks xmlns:a="http://schemas.openxmlformats.org/drawingml/2006/main" noGrp="1"/>
          </p:cNvSpPr>
          <p:nvPr>
            <p:ph type="body" idx="5" hasCustomPrompt="1"/>
          </p:nvPr>
        </p:nvSpPr>
        <p:spPr>
          <a:xfrm xmlns:a="http://schemas.openxmlformats.org/drawingml/2006/main">
            <a:off x="609600" y="4981575"/>
            <a:ext cx="609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lang="id-ID">
                <a:solidFill>
                  <a:srgbClr val="004999"/>
                </a:solidFill>
                <a:latin typeface="Space Mono"/>
                <a:ea typeface="Space Mono"/>
                <a:cs typeface="Space Mono"/>
              </a:defRPr>
            </a:pPr>
            <a:r>
              <a:rPr sz="2700" b="0" lang="id-ID">
                <a:solidFill>
                  <a:srgbClr val="004999"/>
                </a:solidFill>
                <a:latin typeface="Space Mono"/>
                <a:ea typeface="Space Mono"/>
                <a:cs typeface="Space Mono"/>
              </a:rPr>
              <a:t>Rp 12,4 miliar</a:t>
            </a:r>
          </a:p>
        </p:txBody>
      </p:sp>
      <p:sp>
        <p:nvSpPr>
          <p:cNvPr id="9" name="Isian 6">
            <a:extLst xmlns:a="http://schemas.openxmlformats.org/drawingml/2006/main">
              <a:ext uri="{FF2B5EF4-FFF2-40B4-BE49-F238E27FC236}">
                <a16:creationId xmlns:a16="http://schemas.microsoft.com/office/drawing/2014/main" id="{CC21B254-C867-4478-8985-1B98DD9BD398}"/>
              </a:ext>
            </a:extLst>
          </p:cNvPr>
          <p:cNvSpPr>
            <a:spLocks xmlns:a="http://schemas.openxmlformats.org/drawingml/2006/main" noGrp="1"/>
          </p:cNvSpPr>
          <p:nvPr>
            <p:ph type="body" idx="6" hasCustomPrompt="1"/>
          </p:nvPr>
        </p:nvSpPr>
        <p:spPr>
          <a:xfrm xmlns:a="http://schemas.openxmlformats.org/drawingml/2006/main">
            <a:off x="7543800" y="274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Sampul</a:t>
            </a:r>
          </a:p>
        </p:txBody>
      </p:sp>
      <p:sp>
        <p:nvSpPr>
          <p:cNvPr id="10" name="Isian 7">
            <a:extLst xmlns:a="http://schemas.openxmlformats.org/drawingml/2006/main">
              <a:ext uri="{FF2B5EF4-FFF2-40B4-BE49-F238E27FC236}">
                <a16:creationId xmlns:a16="http://schemas.microsoft.com/office/drawing/2014/main" id="{BD8DB24A-A2B3-4323-BD60-6363AB1F14AE}"/>
              </a:ext>
            </a:extLst>
          </p:cNvPr>
          <p:cNvSpPr>
            <a:spLocks xmlns:a="http://schemas.openxmlformats.org/drawingml/2006/main" noGrp="1"/>
          </p:cNvSpPr>
          <p:nvPr>
            <p:ph type="body" idx="7" hasCustomPrompt="1"/>
          </p:nvPr>
        </p:nvSpPr>
        <p:spPr>
          <a:xfrm xmlns:a="http://schemas.openxmlformats.org/drawingml/2006/main">
            <a:off x="10287000" y="27432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48 pt</a:t>
            </a:r>
          </a:p>
        </p:txBody>
      </p:sp>
      <p:sp>
        <p:nvSpPr>
          <p:cNvPr id="11" name="Isian 8">
            <a:extLst xmlns:a="http://schemas.openxmlformats.org/drawingml/2006/main">
              <a:ext uri="{FF2B5EF4-FFF2-40B4-BE49-F238E27FC236}">
                <a16:creationId xmlns:a16="http://schemas.microsoft.com/office/drawing/2014/main" id="{10269D68-223A-489C-BEC4-B2D399C439BA}"/>
              </a:ext>
            </a:extLst>
          </p:cNvPr>
          <p:cNvSpPr>
            <a:spLocks xmlns:a="http://schemas.openxmlformats.org/drawingml/2006/main" noGrp="1"/>
          </p:cNvSpPr>
          <p:nvPr>
            <p:ph type="body" idx="8" hasCustomPrompt="1"/>
          </p:nvPr>
        </p:nvSpPr>
        <p:spPr>
          <a:xfrm xmlns:a="http://schemas.openxmlformats.org/drawingml/2006/main">
            <a:off x="7543800" y="33147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Judul slide</a:t>
            </a:r>
          </a:p>
        </p:txBody>
      </p:sp>
      <p:sp>
        <p:nvSpPr>
          <p:cNvPr id="12" name="Isian 9">
            <a:extLst xmlns:a="http://schemas.openxmlformats.org/drawingml/2006/main">
              <a:ext uri="{FF2B5EF4-FFF2-40B4-BE49-F238E27FC236}">
                <a16:creationId xmlns:a16="http://schemas.microsoft.com/office/drawing/2014/main" id="{8EB63459-D97B-469A-9757-386942D420A6}"/>
              </a:ext>
            </a:extLst>
          </p:cNvPr>
          <p:cNvSpPr>
            <a:spLocks xmlns:a="http://schemas.openxmlformats.org/drawingml/2006/main" noGrp="1"/>
          </p:cNvSpPr>
          <p:nvPr>
            <p:ph type="body" idx="9" hasCustomPrompt="1"/>
          </p:nvPr>
        </p:nvSpPr>
        <p:spPr>
          <a:xfrm xmlns:a="http://schemas.openxmlformats.org/drawingml/2006/main">
            <a:off x="10287000" y="33147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33 pt</a:t>
            </a:r>
          </a:p>
        </p:txBody>
      </p:sp>
      <p:sp>
        <p:nvSpPr>
          <p:cNvPr id="13" name="Isian 10">
            <a:extLst xmlns:a="http://schemas.openxmlformats.org/drawingml/2006/main">
              <a:ext uri="{FF2B5EF4-FFF2-40B4-BE49-F238E27FC236}">
                <a16:creationId xmlns:a16="http://schemas.microsoft.com/office/drawing/2014/main" id="{436471B5-BFAE-498B-BE66-E7BDC5BBCB39}"/>
              </a:ext>
            </a:extLst>
          </p:cNvPr>
          <p:cNvSpPr>
            <a:spLocks xmlns:a="http://schemas.openxmlformats.org/drawingml/2006/main" noGrp="1"/>
          </p:cNvSpPr>
          <p:nvPr>
            <p:ph type="body" idx="10" hasCustomPrompt="1"/>
          </p:nvPr>
        </p:nvSpPr>
        <p:spPr>
          <a:xfrm xmlns:a="http://schemas.openxmlformats.org/drawingml/2006/main">
            <a:off x="7543800" y="3886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Isi utama</a:t>
            </a:r>
          </a:p>
        </p:txBody>
      </p:sp>
      <p:sp>
        <p:nvSpPr>
          <p:cNvPr id="14" name="Isian 11">
            <a:extLst xmlns:a="http://schemas.openxmlformats.org/drawingml/2006/main">
              <a:ext uri="{FF2B5EF4-FFF2-40B4-BE49-F238E27FC236}">
                <a16:creationId xmlns:a16="http://schemas.microsoft.com/office/drawing/2014/main" id="{ABD42706-F95F-4DF9-A255-D657D19EB65D}"/>
              </a:ext>
            </a:extLst>
          </p:cNvPr>
          <p:cNvSpPr>
            <a:spLocks xmlns:a="http://schemas.openxmlformats.org/drawingml/2006/main" noGrp="1"/>
          </p:cNvSpPr>
          <p:nvPr>
            <p:ph type="body" idx="11" hasCustomPrompt="1"/>
          </p:nvPr>
        </p:nvSpPr>
        <p:spPr>
          <a:xfrm xmlns:a="http://schemas.openxmlformats.org/drawingml/2006/main">
            <a:off x="10287000" y="38862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18–21 pt</a:t>
            </a:r>
          </a:p>
        </p:txBody>
      </p:sp>
      <p:sp>
        <p:nvSpPr>
          <p:cNvPr id="15" name="Isian 12">
            <a:extLst xmlns:a="http://schemas.openxmlformats.org/drawingml/2006/main">
              <a:ext uri="{FF2B5EF4-FFF2-40B4-BE49-F238E27FC236}">
                <a16:creationId xmlns:a16="http://schemas.microsoft.com/office/drawing/2014/main" id="{0B4210B7-371A-426A-9B3B-2211D684DBA7}"/>
              </a:ext>
            </a:extLst>
          </p:cNvPr>
          <p:cNvSpPr>
            <a:spLocks xmlns:a="http://schemas.openxmlformats.org/drawingml/2006/main" noGrp="1"/>
          </p:cNvSpPr>
          <p:nvPr>
            <p:ph type="body" idx="12" hasCustomPrompt="1"/>
          </p:nvPr>
        </p:nvSpPr>
        <p:spPr>
          <a:xfrm xmlns:a="http://schemas.openxmlformats.org/drawingml/2006/main">
            <a:off x="7543800" y="44577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Sumber dan metadata</a:t>
            </a:r>
          </a:p>
        </p:txBody>
      </p:sp>
      <p:sp>
        <p:nvSpPr>
          <p:cNvPr id="16" name="Isian 13">
            <a:extLst xmlns:a="http://schemas.openxmlformats.org/drawingml/2006/main">
              <a:ext uri="{FF2B5EF4-FFF2-40B4-BE49-F238E27FC236}">
                <a16:creationId xmlns:a16="http://schemas.microsoft.com/office/drawing/2014/main" id="{756979E2-9AE4-4F1F-9B46-678B5436A264}"/>
              </a:ext>
            </a:extLst>
          </p:cNvPr>
          <p:cNvSpPr>
            <a:spLocks xmlns:a="http://schemas.openxmlformats.org/drawingml/2006/main" noGrp="1"/>
          </p:cNvSpPr>
          <p:nvPr>
            <p:ph type="body" idx="13" hasCustomPrompt="1"/>
          </p:nvPr>
        </p:nvSpPr>
        <p:spPr>
          <a:xfrm xmlns:a="http://schemas.openxmlformats.org/drawingml/2006/main">
            <a:off x="10287000" y="44577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12 pt</a:t>
            </a:r>
          </a:p>
        </p:txBody>
      </p:sp>
      <p:sp>
        <p:nvSpPr>
          <p:cNvPr id="17" name="Isian 14">
            <a:extLst xmlns:a="http://schemas.openxmlformats.org/drawingml/2006/main">
              <a:ext uri="{FF2B5EF4-FFF2-40B4-BE49-F238E27FC236}">
                <a16:creationId xmlns:a16="http://schemas.microsoft.com/office/drawing/2014/main" id="{DD67E64D-05F7-48AE-B982-5F3A5EC719D8}"/>
              </a:ext>
            </a:extLst>
          </p:cNvPr>
          <p:cNvSpPr>
            <a:spLocks xmlns:a="http://schemas.openxmlformats.org/drawingml/2006/main" noGrp="1"/>
          </p:cNvSpPr>
          <p:nvPr>
            <p:ph type="body" idx="14" hasCustomPrompt="1"/>
          </p:nvPr>
        </p:nvSpPr>
        <p:spPr>
          <a:xfrm xmlns:a="http://schemas.openxmlformats.org/drawingml/2006/main">
            <a:off x="7543800" y="5029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Format / margin</a:t>
            </a:r>
          </a:p>
        </p:txBody>
      </p:sp>
      <p:sp>
        <p:nvSpPr>
          <p:cNvPr id="18" name="Isian 15">
            <a:extLst xmlns:a="http://schemas.openxmlformats.org/drawingml/2006/main">
              <a:ext uri="{FF2B5EF4-FFF2-40B4-BE49-F238E27FC236}">
                <a16:creationId xmlns:a16="http://schemas.microsoft.com/office/drawing/2014/main" id="{14774E92-E50C-43C4-A6D3-AF3EE73CFD6A}"/>
              </a:ext>
            </a:extLst>
          </p:cNvPr>
          <p:cNvSpPr>
            <a:spLocks xmlns:a="http://schemas.openxmlformats.org/drawingml/2006/main" noGrp="1"/>
          </p:cNvSpPr>
          <p:nvPr>
            <p:ph type="body" idx="15" hasCustomPrompt="1"/>
          </p:nvPr>
        </p:nvSpPr>
        <p:spPr>
          <a:xfrm xmlns:a="http://schemas.openxmlformats.org/drawingml/2006/main">
            <a:off x="10287000" y="5029200"/>
            <a:ext cx="129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lang="id-ID">
                <a:solidFill>
                  <a:srgbClr val="004999"/>
                </a:solidFill>
                <a:latin typeface="Space Grotesk"/>
                <a:ea typeface="Space Grotesk"/>
                <a:cs typeface="Space Grotesk"/>
              </a:defRPr>
            </a:pPr>
            <a:r>
              <a:rPr sz="1800" b="1" lang="id-ID">
                <a:solidFill>
                  <a:srgbClr val="004999"/>
                </a:solidFill>
                <a:latin typeface="Space Grotesk"/>
                <a:ea typeface="Space Grotesk"/>
                <a:cs typeface="Space Grotesk"/>
              </a:rPr>
              <a:t>16:9 / 64 px</a:t>
            </a:r>
          </a:p>
        </p:txBody>
      </p:sp>
      <p:sp>
        <p:nvSpPr>
          <p:cNvPr id="19" name="Sumber dan periode">
            <a:extLst xmlns:a="http://schemas.openxmlformats.org/drawingml/2006/main">
              <a:ext uri="{FF2B5EF4-FFF2-40B4-BE49-F238E27FC236}">
                <a16:creationId xmlns:a16="http://schemas.microsoft.com/office/drawing/2014/main" id="{8877C31D-EC0C-4998-9089-FB8DFD135F15}"/>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Spesifikasi template v1.3. Nilai rupiah di sisi kiri hanya contoh penulisan angka.</a:t>
            </a:r>
          </a:p>
        </p:txBody>
      </p:sp>
      <p:sp>
        <p:nvSpPr>
          <p:cNvPr id="20" name="Klasifikasi dokumen">
            <a:extLst xmlns:a="http://schemas.openxmlformats.org/drawingml/2006/main">
              <a:ext uri="{FF2B5EF4-FFF2-40B4-BE49-F238E27FC236}">
                <a16:creationId xmlns:a16="http://schemas.microsoft.com/office/drawing/2014/main" id="{2255FDD9-F907-4E98-9025-9CC2BC487E57}"/>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21" name="Nomor slide">
            <a:extLst xmlns:a="http://schemas.openxmlformats.org/drawingml/2006/main">
              <a:ext uri="{FF2B5EF4-FFF2-40B4-BE49-F238E27FC236}">
                <a16:creationId xmlns:a16="http://schemas.microsoft.com/office/drawing/2014/main" id="{C03657B6-386A-48AE-8A26-BFFFBF314E08}"/>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B64E7F9-B338-46B8-932D-644DEB346690}" type="slidenum">
              <a:rPr sz="1200" b="0" lang="id-ID">
                <a:solidFill>
                  <a:srgbClr val="536679"/>
                </a:solidFill>
                <a:latin typeface="Space Grotesk"/>
                <a:ea typeface="Space Grotesk"/>
                <a:cs typeface="Space Grotesk"/>
              </a:rPr>
              <a:t>22</a:t>
            </a:fld>
          </a:p>
        </p:txBody>
      </p:sp>
    </p:spTree>
    <p:extLst>
      <p:ext uri="{BB962C8B-B14F-4D97-AF65-F5344CB8AC3E}">
        <p14:creationId xmlns:p14="http://schemas.microsoft.com/office/powerpoint/2010/main" val="315044989"/>
      </p:ext>
    </p:extLst>
  </p:cSld>
</p:sld>
</file>

<file path=ppt/slides/slide23.xml><?xml version="1.0" encoding="utf-8"?>
<p:sld xmlns:p="http://schemas.openxmlformats.org/presentationml/2006/main">
  <p:cSld name="Panduan data">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20853A58-2CF3-456E-8221-55A628239878}"/>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Data yang dapat ditelusuri</a:t>
            </a:r>
          </a:p>
        </p:txBody>
      </p:sp>
      <p:sp>
        <p:nvSpPr>
          <p:cNvPr id="3" name="Bagian">
            <a:extLst xmlns:a="http://schemas.openxmlformats.org/drawingml/2006/main">
              <a:ext uri="{FF2B5EF4-FFF2-40B4-BE49-F238E27FC236}">
                <a16:creationId xmlns:a16="http://schemas.microsoft.com/office/drawing/2014/main" id="{193581F2-C64C-4E03-9A9B-84471C908FFD}"/>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PANDUAN TEMPLATE</a:t>
            </a:r>
          </a:p>
        </p:txBody>
      </p:sp>
      <p:sp>
        <p:nvSpPr>
          <p:cNvPr id="4" name="Konteks">
            <a:extLst xmlns:a="http://schemas.openxmlformats.org/drawingml/2006/main">
              <a:ext uri="{FF2B5EF4-FFF2-40B4-BE49-F238E27FC236}">
                <a16:creationId xmlns:a16="http://schemas.microsoft.com/office/drawing/2014/main" id="{861156AF-57C3-422D-8188-83AAA576150F}"/>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Cantumkan satuan, periode, pembanding, dan sumber untuk setiap angka.</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ADF51EFE-4E7C-429D-934E-6C583AD7E47A}"/>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Isian 3">
            <a:extLst xmlns:a="http://schemas.openxmlformats.org/drawingml/2006/main">
              <a:ext uri="{FF2B5EF4-FFF2-40B4-BE49-F238E27FC236}">
                <a16:creationId xmlns:a16="http://schemas.microsoft.com/office/drawing/2014/main" id="{78B89114-6C4A-4861-A950-08264C70F89B}"/>
              </a:ext>
            </a:extLst>
          </p:cNvPr>
          <p:cNvSpPr>
            <a:spLocks xmlns:a="http://schemas.openxmlformats.org/drawingml/2006/main" noGrp="1"/>
          </p:cNvSpPr>
          <p:nvPr>
            <p:ph type="body" idx="3" hasCustomPrompt="1"/>
          </p:nvPr>
        </p:nvSpPr>
        <p:spPr>
          <a:xfrm xmlns:a="http://schemas.openxmlformats.org/drawingml/2006/main">
            <a:off x="609600" y="27622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Judul</a:t>
            </a:r>
          </a:p>
        </p:txBody>
      </p:sp>
      <p:sp>
        <p:nvSpPr>
          <p:cNvPr id="7" name="Isian 4">
            <a:extLst xmlns:a="http://schemas.openxmlformats.org/drawingml/2006/main">
              <a:ext uri="{FF2B5EF4-FFF2-40B4-BE49-F238E27FC236}">
                <a16:creationId xmlns:a16="http://schemas.microsoft.com/office/drawing/2014/main" id="{C8EB981C-9404-4F2F-8BDF-D020959C5894}"/>
              </a:ext>
            </a:extLst>
          </p:cNvPr>
          <p:cNvSpPr>
            <a:spLocks xmlns:a="http://schemas.openxmlformats.org/drawingml/2006/main" noGrp="1"/>
          </p:cNvSpPr>
          <p:nvPr>
            <p:ph type="body" idx="4" hasCustomPrompt="1"/>
          </p:nvPr>
        </p:nvSpPr>
        <p:spPr>
          <a:xfrm xmlns:a="http://schemas.openxmlformats.org/drawingml/2006/main">
            <a:off x="3429000" y="2762250"/>
            <a:ext cx="815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[Temuan utama yang didukung data]</a:t>
            </a:r>
          </a:p>
        </p:txBody>
      </p:sp>
      <p:sp>
        <p:nvSpPr>
          <p:cNvPr id="8" name="Isian 5">
            <a:extLst xmlns:a="http://schemas.openxmlformats.org/drawingml/2006/main">
              <a:ext uri="{FF2B5EF4-FFF2-40B4-BE49-F238E27FC236}">
                <a16:creationId xmlns:a16="http://schemas.microsoft.com/office/drawing/2014/main" id="{B35F2FFD-DCA7-45BE-94B1-35664C69B1CC}"/>
              </a:ext>
            </a:extLst>
          </p:cNvPr>
          <p:cNvSpPr>
            <a:spLocks xmlns:a="http://schemas.openxmlformats.org/drawingml/2006/main" noGrp="1"/>
          </p:cNvSpPr>
          <p:nvPr>
            <p:ph type="body" idx="5" hasCustomPrompt="1"/>
          </p:nvPr>
        </p:nvSpPr>
        <p:spPr>
          <a:xfrm xmlns:a="http://schemas.openxmlformats.org/drawingml/2006/main">
            <a:off x="609600" y="34480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Angka</a:t>
            </a:r>
          </a:p>
        </p:txBody>
      </p:sp>
      <p:sp>
        <p:nvSpPr>
          <p:cNvPr id="9" name="Isian 6">
            <a:extLst xmlns:a="http://schemas.openxmlformats.org/drawingml/2006/main">
              <a:ext uri="{FF2B5EF4-FFF2-40B4-BE49-F238E27FC236}">
                <a16:creationId xmlns:a16="http://schemas.microsoft.com/office/drawing/2014/main" id="{C5D7A8D2-EDD2-41DB-BF99-09C68B9B3B24}"/>
              </a:ext>
            </a:extLst>
          </p:cNvPr>
          <p:cNvSpPr>
            <a:spLocks xmlns:a="http://schemas.openxmlformats.org/drawingml/2006/main" noGrp="1"/>
          </p:cNvSpPr>
          <p:nvPr>
            <p:ph type="body" idx="6" hasCustomPrompt="1"/>
          </p:nvPr>
        </p:nvSpPr>
        <p:spPr>
          <a:xfrm xmlns:a="http://schemas.openxmlformats.org/drawingml/2006/main">
            <a:off x="3429000" y="3448050"/>
            <a:ext cx="815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[Nilai] [satuan], [periode pengukuran]</a:t>
            </a:r>
          </a:p>
        </p:txBody>
      </p:sp>
      <p:sp>
        <p:nvSpPr>
          <p:cNvPr id="10" name="Isian 7">
            <a:extLst xmlns:a="http://schemas.openxmlformats.org/drawingml/2006/main">
              <a:ext uri="{FF2B5EF4-FFF2-40B4-BE49-F238E27FC236}">
                <a16:creationId xmlns:a16="http://schemas.microsoft.com/office/drawing/2014/main" id="{3A7D18BA-BD36-4334-9B25-05672F0B5F0B}"/>
              </a:ext>
            </a:extLst>
          </p:cNvPr>
          <p:cNvSpPr>
            <a:spLocks xmlns:a="http://schemas.openxmlformats.org/drawingml/2006/main" noGrp="1"/>
          </p:cNvSpPr>
          <p:nvPr>
            <p:ph type="body" idx="7" hasCustomPrompt="1"/>
          </p:nvPr>
        </p:nvSpPr>
        <p:spPr>
          <a:xfrm xmlns:a="http://schemas.openxmlformats.org/drawingml/2006/main">
            <a:off x="609600" y="41338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Pembanding</a:t>
            </a:r>
          </a:p>
        </p:txBody>
      </p:sp>
      <p:sp>
        <p:nvSpPr>
          <p:cNvPr id="11" name="Isian 8">
            <a:extLst xmlns:a="http://schemas.openxmlformats.org/drawingml/2006/main">
              <a:ext uri="{FF2B5EF4-FFF2-40B4-BE49-F238E27FC236}">
                <a16:creationId xmlns:a16="http://schemas.microsoft.com/office/drawing/2014/main" id="{ABE9172D-8B54-46A8-BCB0-CDE5973055B2}"/>
              </a:ext>
            </a:extLst>
          </p:cNvPr>
          <p:cNvSpPr>
            <a:spLocks xmlns:a="http://schemas.openxmlformats.org/drawingml/2006/main" noGrp="1"/>
          </p:cNvSpPr>
          <p:nvPr>
            <p:ph type="body" idx="8" hasCustomPrompt="1"/>
          </p:nvPr>
        </p:nvSpPr>
        <p:spPr>
          <a:xfrm xmlns:a="http://schemas.openxmlformats.org/drawingml/2006/main">
            <a:off x="3429000" y="4133850"/>
            <a:ext cx="815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[Target / periode sebelumnya / nilai awal]</a:t>
            </a:r>
          </a:p>
        </p:txBody>
      </p:sp>
      <p:sp>
        <p:nvSpPr>
          <p:cNvPr id="12" name="Isian 9">
            <a:extLst xmlns:a="http://schemas.openxmlformats.org/drawingml/2006/main">
              <a:ext uri="{FF2B5EF4-FFF2-40B4-BE49-F238E27FC236}">
                <a16:creationId xmlns:a16="http://schemas.microsoft.com/office/drawing/2014/main" id="{D0A5FA80-7121-410F-A4B9-C4F2E1CDC620}"/>
              </a:ext>
            </a:extLst>
          </p:cNvPr>
          <p:cNvSpPr>
            <a:spLocks xmlns:a="http://schemas.openxmlformats.org/drawingml/2006/main" noGrp="1"/>
          </p:cNvSpPr>
          <p:nvPr>
            <p:ph type="body" idx="9" hasCustomPrompt="1"/>
          </p:nvPr>
        </p:nvSpPr>
        <p:spPr>
          <a:xfrm xmlns:a="http://schemas.openxmlformats.org/drawingml/2006/main">
            <a:off x="609600" y="48196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04999"/>
                </a:solidFill>
                <a:latin typeface="Space Grotesk"/>
                <a:ea typeface="Space Grotesk"/>
                <a:cs typeface="Space Grotesk"/>
              </a:defRPr>
            </a:pPr>
            <a:r>
              <a:rPr sz="1950" b="1" lang="id-ID">
                <a:solidFill>
                  <a:srgbClr val="004999"/>
                </a:solidFill>
                <a:latin typeface="Space Grotesk"/>
                <a:ea typeface="Space Grotesk"/>
                <a:cs typeface="Space Grotesk"/>
              </a:rPr>
              <a:t>Sumber</a:t>
            </a:r>
          </a:p>
        </p:txBody>
      </p:sp>
      <p:sp>
        <p:nvSpPr>
          <p:cNvPr id="13" name="Isian 10">
            <a:extLst xmlns:a="http://schemas.openxmlformats.org/drawingml/2006/main">
              <a:ext uri="{FF2B5EF4-FFF2-40B4-BE49-F238E27FC236}">
                <a16:creationId xmlns:a16="http://schemas.microsoft.com/office/drawing/2014/main" id="{DC142C8F-75D9-4214-A135-840C08F2E37E}"/>
              </a:ext>
            </a:extLst>
          </p:cNvPr>
          <p:cNvSpPr>
            <a:spLocks xmlns:a="http://schemas.openxmlformats.org/drawingml/2006/main" noGrp="1"/>
          </p:cNvSpPr>
          <p:nvPr>
            <p:ph type="body" idx="10" hasCustomPrompt="1"/>
          </p:nvPr>
        </p:nvSpPr>
        <p:spPr>
          <a:xfrm xmlns:a="http://schemas.openxmlformats.org/drawingml/2006/main">
            <a:off x="3429000" y="4819650"/>
            <a:ext cx="8153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lang="id-ID">
                <a:solidFill>
                  <a:srgbClr val="011627"/>
                </a:solidFill>
                <a:latin typeface="Space Grotesk"/>
                <a:ea typeface="Space Grotesk"/>
                <a:cs typeface="Space Grotesk"/>
              </a:defRPr>
            </a:pPr>
            <a:r>
              <a:rPr sz="1950" b="0" lang="id-ID">
                <a:solidFill>
                  <a:srgbClr val="011627"/>
                </a:solidFill>
                <a:latin typeface="Space Grotesk"/>
                <a:ea typeface="Space Grotesk"/>
                <a:cs typeface="Space Grotesk"/>
              </a:rPr>
              <a:t>[Dokumen / sistem], [tanggal], [penanggung jawab data]</a:t>
            </a:r>
          </a:p>
        </p:txBody>
      </p:sp>
      <p:sp>
        <p:nvSpPr>
          <p:cNvPr id="14" name="Sumber dan periode">
            <a:extLst xmlns:a="http://schemas.openxmlformats.org/drawingml/2006/main">
              <a:ext uri="{FF2B5EF4-FFF2-40B4-BE49-F238E27FC236}">
                <a16:creationId xmlns:a16="http://schemas.microsoft.com/office/drawing/2014/main" id="{4CB22B59-749D-44AD-B493-79C5E979CFC1}"/>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Praktik desain: Microsoft PowerPoint Accessibility dan IBM Design Language. Rujukan lengkap pada catatan slide.</a:t>
            </a:r>
          </a:p>
        </p:txBody>
      </p:sp>
      <p:sp>
        <p:nvSpPr>
          <p:cNvPr id="15" name="Klasifikasi dokumen">
            <a:extLst xmlns:a="http://schemas.openxmlformats.org/drawingml/2006/main">
              <a:ext uri="{FF2B5EF4-FFF2-40B4-BE49-F238E27FC236}">
                <a16:creationId xmlns:a16="http://schemas.microsoft.com/office/drawing/2014/main" id="{B24E0E28-F58A-4CC9-8951-2048EA84CB36}"/>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6" name="Nomor slide">
            <a:extLst xmlns:a="http://schemas.openxmlformats.org/drawingml/2006/main">
              <a:ext uri="{FF2B5EF4-FFF2-40B4-BE49-F238E27FC236}">
                <a16:creationId xmlns:a16="http://schemas.microsoft.com/office/drawing/2014/main" id="{F4589747-95A4-4CBD-82EA-BABB04EA2681}"/>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233B8212-B13D-4264-8EF5-CB99FC2123BB}" type="slidenum">
              <a:rPr sz="1200" b="0" lang="id-ID">
                <a:solidFill>
                  <a:srgbClr val="536679"/>
                </a:solidFill>
                <a:latin typeface="Space Grotesk"/>
                <a:ea typeface="Space Grotesk"/>
                <a:cs typeface="Space Grotesk"/>
              </a:rPr>
              <a:t>23</a:t>
            </a:fld>
          </a:p>
        </p:txBody>
      </p:sp>
    </p:spTree>
    <p:extLst>
      <p:ext uri="{BB962C8B-B14F-4D97-AF65-F5344CB8AC3E}">
        <p14:creationId xmlns:p14="http://schemas.microsoft.com/office/powerpoint/2010/main" val="1155000334"/>
      </p:ext>
    </p:extLst>
  </p:cSld>
</p:sld>
</file>

<file path=ppt/slides/slide24.xml><?xml version="1.0" encoding="utf-8"?>
<p:sld xmlns:p="http://schemas.openxmlformats.org/presentationml/2006/main">
  <p:cSld name="Panduan penggunaan">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a:extLst xmlns:a="http://schemas.openxmlformats.org/drawingml/2006/main">
              <a:ext uri="{FF2B5EF4-FFF2-40B4-BE49-F238E27FC236}">
                <a16:creationId xmlns:a16="http://schemas.microsoft.com/office/drawing/2014/main" id="{FB4D28F8-40E9-465E-B682-6CCECBA117FD}"/>
              </a:ext>
            </a:extLst>
          </p:cNvPr>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lang="id-ID">
                <a:solidFill>
                  <a:srgbClr val="011627"/>
                </a:solidFill>
                <a:latin typeface="Space Grotesk"/>
                <a:ea typeface="Space Grotesk"/>
                <a:cs typeface="Space Grotesk"/>
              </a:defRPr>
            </a:pPr>
            <a:r>
              <a:rPr sz="3300" b="1" lang="id-ID">
                <a:solidFill>
                  <a:srgbClr val="011627"/>
                </a:solidFill>
                <a:latin typeface="Space Grotesk"/>
                <a:ea typeface="Space Grotesk"/>
                <a:cs typeface="Space Grotesk"/>
              </a:rPr>
              <a:t>Penggunaan template</a:t>
            </a:r>
          </a:p>
        </p:txBody>
      </p:sp>
      <p:sp>
        <p:nvSpPr>
          <p:cNvPr id="3" name="Bagian">
            <a:extLst xmlns:a="http://schemas.openxmlformats.org/drawingml/2006/main">
              <a:ext uri="{FF2B5EF4-FFF2-40B4-BE49-F238E27FC236}">
                <a16:creationId xmlns:a16="http://schemas.microsoft.com/office/drawing/2014/main" id="{C6501425-1C9C-4873-A3A6-5BB6ABF18325}"/>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PANDUAN TEMPLATE</a:t>
            </a:r>
          </a:p>
        </p:txBody>
      </p:sp>
      <p:sp>
        <p:nvSpPr>
          <p:cNvPr id="4" name="Konteks">
            <a:extLst xmlns:a="http://schemas.openxmlformats.org/drawingml/2006/main">
              <a:ext uri="{FF2B5EF4-FFF2-40B4-BE49-F238E27FC236}">
                <a16:creationId xmlns:a16="http://schemas.microsoft.com/office/drawing/2014/main" id="{7F135C2B-101E-4CE0-BDB1-F5158A166E8F}"/>
              </a:ext>
            </a:extLst>
          </p:cNvPr>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536679"/>
                </a:solidFill>
                <a:latin typeface="Space Grotesk"/>
                <a:ea typeface="Space Grotesk"/>
                <a:cs typeface="Space Grotesk"/>
              </a:defRPr>
            </a:pPr>
            <a:r>
              <a:rPr sz="1800" b="0" lang="id-ID">
                <a:solidFill>
                  <a:srgbClr val="536679"/>
                </a:solidFill>
                <a:latin typeface="Space Grotesk"/>
                <a:ea typeface="Space Grotesk"/>
                <a:cs typeface="Space Grotesk"/>
              </a:rPr>
              <a:t>Pilih tata letak yang sesuai dengan pesan dan kebutuhan rapat.</a:t>
            </a:r>
          </a:p>
        </p:txBody>
      </p:sp>
      <p:sp>
        <p:nvSpPr>
          <p:cNvPr id="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C3BFF683-DF2E-4AF6-9022-29854B1A7965}"/>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6" name="Isian 3">
            <a:extLst xmlns:a="http://schemas.openxmlformats.org/drawingml/2006/main">
              <a:ext uri="{FF2B5EF4-FFF2-40B4-BE49-F238E27FC236}">
                <a16:creationId xmlns:a16="http://schemas.microsoft.com/office/drawing/2014/main" id="{3C4C6517-0EE6-4B33-AEE0-10AF235A4CED}"/>
              </a:ext>
            </a:extLst>
          </p:cNvPr>
          <p:cNvSpPr>
            <a:spLocks xmlns:a="http://schemas.openxmlformats.org/drawingml/2006/main" noGrp="1"/>
          </p:cNvSpPr>
          <p:nvPr>
            <p:ph type="body" idx="3" hasCustomPrompt="1"/>
          </p:nvPr>
        </p:nvSpPr>
        <p:spPr>
          <a:xfrm xmlns:a="http://schemas.openxmlformats.org/drawingml/2006/main">
            <a:off x="609600" y="27432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01</a:t>
            </a:r>
          </a:p>
        </p:txBody>
      </p:sp>
      <p:sp>
        <p:nvSpPr>
          <p:cNvPr id="7" name="Isian 4">
            <a:extLst xmlns:a="http://schemas.openxmlformats.org/drawingml/2006/main">
              <a:ext uri="{FF2B5EF4-FFF2-40B4-BE49-F238E27FC236}">
                <a16:creationId xmlns:a16="http://schemas.microsoft.com/office/drawing/2014/main" id="{3C54CB7A-9D47-4EF8-A2B5-C6DAB7D6D5CE}"/>
              </a:ext>
            </a:extLst>
          </p:cNvPr>
          <p:cNvSpPr>
            <a:spLocks xmlns:a="http://schemas.openxmlformats.org/drawingml/2006/main" noGrp="1"/>
          </p:cNvSpPr>
          <p:nvPr>
            <p:ph type="body" idx="4" hasCustomPrompt="1"/>
          </p:nvPr>
        </p:nvSpPr>
        <p:spPr>
          <a:xfrm xmlns:a="http://schemas.openxmlformats.org/drawingml/2006/main">
            <a:off x="1524000" y="274320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Buka berkas POTX</a:t>
            </a:r>
          </a:p>
        </p:txBody>
      </p:sp>
      <p:sp>
        <p:nvSpPr>
          <p:cNvPr id="8" name="Isian 5">
            <a:extLst xmlns:a="http://schemas.openxmlformats.org/drawingml/2006/main">
              <a:ext uri="{FF2B5EF4-FFF2-40B4-BE49-F238E27FC236}">
                <a16:creationId xmlns:a16="http://schemas.microsoft.com/office/drawing/2014/main" id="{15932C4B-D683-4EF1-BABE-29612A506E1E}"/>
              </a:ext>
            </a:extLst>
          </p:cNvPr>
          <p:cNvSpPr>
            <a:spLocks xmlns:a="http://schemas.openxmlformats.org/drawingml/2006/main" noGrp="1"/>
          </p:cNvSpPr>
          <p:nvPr>
            <p:ph type="body" idx="5" hasCustomPrompt="1"/>
          </p:nvPr>
        </p:nvSpPr>
        <p:spPr>
          <a:xfrm xmlns:a="http://schemas.openxmlformats.org/drawingml/2006/main">
            <a:off x="5257800" y="2743200"/>
            <a:ext cx="6324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Isi judul, unit kerja, tanggal, dan klasifikasi dokumen.</a:t>
            </a:r>
          </a:p>
        </p:txBody>
      </p:sp>
      <p:sp>
        <p:nvSpPr>
          <p:cNvPr id="9" name="Isian 6">
            <a:extLst xmlns:a="http://schemas.openxmlformats.org/drawingml/2006/main">
              <a:ext uri="{FF2B5EF4-FFF2-40B4-BE49-F238E27FC236}">
                <a16:creationId xmlns:a16="http://schemas.microsoft.com/office/drawing/2014/main" id="{88CC5CFD-A456-44AC-ACAB-4B6D37B4D6B7}"/>
              </a:ext>
            </a:extLst>
          </p:cNvPr>
          <p:cNvSpPr>
            <a:spLocks xmlns:a="http://schemas.openxmlformats.org/drawingml/2006/main" noGrp="1"/>
          </p:cNvSpPr>
          <p:nvPr>
            <p:ph type="body" idx="6" hasCustomPrompt="1"/>
          </p:nvPr>
        </p:nvSpPr>
        <p:spPr>
          <a:xfrm xmlns:a="http://schemas.openxmlformats.org/drawingml/2006/main">
            <a:off x="609600" y="34671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02</a:t>
            </a:r>
          </a:p>
        </p:txBody>
      </p:sp>
      <p:sp>
        <p:nvSpPr>
          <p:cNvPr id="10" name="Isian 7">
            <a:extLst xmlns:a="http://schemas.openxmlformats.org/drawingml/2006/main">
              <a:ext uri="{FF2B5EF4-FFF2-40B4-BE49-F238E27FC236}">
                <a16:creationId xmlns:a16="http://schemas.microsoft.com/office/drawing/2014/main" id="{A75CC7AF-D925-44BF-96F6-CF2F6878D2A3}"/>
              </a:ext>
            </a:extLst>
          </p:cNvPr>
          <p:cNvSpPr>
            <a:spLocks xmlns:a="http://schemas.openxmlformats.org/drawingml/2006/main" noGrp="1"/>
          </p:cNvSpPr>
          <p:nvPr>
            <p:ph type="body" idx="7" hasCustomPrompt="1"/>
          </p:nvPr>
        </p:nvSpPr>
        <p:spPr>
          <a:xfrm xmlns:a="http://schemas.openxmlformats.org/drawingml/2006/main">
            <a:off x="1524000" y="346710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Pilih tata letak</a:t>
            </a:r>
          </a:p>
        </p:txBody>
      </p:sp>
      <p:sp>
        <p:nvSpPr>
          <p:cNvPr id="11" name="Isian 8">
            <a:extLst xmlns:a="http://schemas.openxmlformats.org/drawingml/2006/main">
              <a:ext uri="{FF2B5EF4-FFF2-40B4-BE49-F238E27FC236}">
                <a16:creationId xmlns:a16="http://schemas.microsoft.com/office/drawing/2014/main" id="{079A7C80-E6C8-4203-930E-70E0607BA7A1}"/>
              </a:ext>
            </a:extLst>
          </p:cNvPr>
          <p:cNvSpPr>
            <a:spLocks xmlns:a="http://schemas.openxmlformats.org/drawingml/2006/main" noGrp="1"/>
          </p:cNvSpPr>
          <p:nvPr>
            <p:ph type="body" idx="8" hasCustomPrompt="1"/>
          </p:nvPr>
        </p:nvSpPr>
        <p:spPr>
          <a:xfrm xmlns:a="http://schemas.openxmlformats.org/drawingml/2006/main">
            <a:off x="5257800" y="3467100"/>
            <a:ext cx="6324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Pilih New Slide atau duplikasi slide contoh.</a:t>
            </a:r>
          </a:p>
        </p:txBody>
      </p:sp>
      <p:sp>
        <p:nvSpPr>
          <p:cNvPr id="12" name="Isian 9">
            <a:extLst xmlns:a="http://schemas.openxmlformats.org/drawingml/2006/main">
              <a:ext uri="{FF2B5EF4-FFF2-40B4-BE49-F238E27FC236}">
                <a16:creationId xmlns:a16="http://schemas.microsoft.com/office/drawing/2014/main" id="{6F4ADFD1-A3A7-428A-98E0-A1DBA81EAA28}"/>
              </a:ext>
            </a:extLst>
          </p:cNvPr>
          <p:cNvSpPr>
            <a:spLocks xmlns:a="http://schemas.openxmlformats.org/drawingml/2006/main" noGrp="1"/>
          </p:cNvSpPr>
          <p:nvPr>
            <p:ph type="body" idx="9" hasCustomPrompt="1"/>
          </p:nvPr>
        </p:nvSpPr>
        <p:spPr>
          <a:xfrm xmlns:a="http://schemas.openxmlformats.org/drawingml/2006/main">
            <a:off x="609600" y="41910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03</a:t>
            </a:r>
          </a:p>
        </p:txBody>
      </p:sp>
      <p:sp>
        <p:nvSpPr>
          <p:cNvPr id="13" name="Isian 10">
            <a:extLst xmlns:a="http://schemas.openxmlformats.org/drawingml/2006/main">
              <a:ext uri="{FF2B5EF4-FFF2-40B4-BE49-F238E27FC236}">
                <a16:creationId xmlns:a16="http://schemas.microsoft.com/office/drawing/2014/main" id="{D638E6A0-F1DD-419A-AFF5-C0920C5D9E86}"/>
              </a:ext>
            </a:extLst>
          </p:cNvPr>
          <p:cNvSpPr>
            <a:spLocks xmlns:a="http://schemas.openxmlformats.org/drawingml/2006/main" noGrp="1"/>
          </p:cNvSpPr>
          <p:nvPr>
            <p:ph type="body" idx="10" hasCustomPrompt="1"/>
          </p:nvPr>
        </p:nvSpPr>
        <p:spPr>
          <a:xfrm xmlns:a="http://schemas.openxmlformats.org/drawingml/2006/main">
            <a:off x="1524000" y="419100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Ganti isi dan data</a:t>
            </a:r>
          </a:p>
        </p:txBody>
      </p:sp>
      <p:sp>
        <p:nvSpPr>
          <p:cNvPr id="14" name="Isian 11">
            <a:extLst xmlns:a="http://schemas.openxmlformats.org/drawingml/2006/main">
              <a:ext uri="{FF2B5EF4-FFF2-40B4-BE49-F238E27FC236}">
                <a16:creationId xmlns:a16="http://schemas.microsoft.com/office/drawing/2014/main" id="{2F69544B-0DD1-4E4A-87D6-0AF139CDE308}"/>
              </a:ext>
            </a:extLst>
          </p:cNvPr>
          <p:cNvSpPr>
            <a:spLocks xmlns:a="http://schemas.openxmlformats.org/drawingml/2006/main" noGrp="1"/>
          </p:cNvSpPr>
          <p:nvPr>
            <p:ph type="body" idx="11" hasCustomPrompt="1"/>
          </p:nvPr>
        </p:nvSpPr>
        <p:spPr>
          <a:xfrm xmlns:a="http://schemas.openxmlformats.org/drawingml/2006/main">
            <a:off x="5257800" y="4191000"/>
            <a:ext cx="6324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Perbarui teks, tabel, grafik, foto, dan sumber data.</a:t>
            </a:r>
          </a:p>
        </p:txBody>
      </p:sp>
      <p:sp>
        <p:nvSpPr>
          <p:cNvPr id="15" name="Isian 12">
            <a:extLst xmlns:a="http://schemas.openxmlformats.org/drawingml/2006/main">
              <a:ext uri="{FF2B5EF4-FFF2-40B4-BE49-F238E27FC236}">
                <a16:creationId xmlns:a16="http://schemas.microsoft.com/office/drawing/2014/main" id="{14392014-FF5C-464E-97B8-0BEF1D9D4A4A}"/>
              </a:ext>
            </a:extLst>
          </p:cNvPr>
          <p:cNvSpPr>
            <a:spLocks xmlns:a="http://schemas.openxmlformats.org/drawingml/2006/main" noGrp="1"/>
          </p:cNvSpPr>
          <p:nvPr>
            <p:ph type="body" idx="12" hasCustomPrompt="1"/>
          </p:nvPr>
        </p:nvSpPr>
        <p:spPr>
          <a:xfrm xmlns:a="http://schemas.openxmlformats.org/drawingml/2006/main">
            <a:off x="609600" y="49149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lang="id-ID">
                <a:solidFill>
                  <a:srgbClr val="004999"/>
                </a:solidFill>
                <a:latin typeface="Space Grotesk"/>
                <a:ea typeface="Space Grotesk"/>
                <a:cs typeface="Space Grotesk"/>
              </a:defRPr>
            </a:pPr>
            <a:r>
              <a:rPr sz="2400" b="1" lang="id-ID">
                <a:solidFill>
                  <a:srgbClr val="004999"/>
                </a:solidFill>
                <a:latin typeface="Space Grotesk"/>
                <a:ea typeface="Space Grotesk"/>
                <a:cs typeface="Space Grotesk"/>
              </a:rPr>
              <a:t>04</a:t>
            </a:r>
          </a:p>
        </p:txBody>
      </p:sp>
      <p:sp>
        <p:nvSpPr>
          <p:cNvPr id="16" name="Isian 13">
            <a:extLst xmlns:a="http://schemas.openxmlformats.org/drawingml/2006/main">
              <a:ext uri="{FF2B5EF4-FFF2-40B4-BE49-F238E27FC236}">
                <a16:creationId xmlns:a16="http://schemas.microsoft.com/office/drawing/2014/main" id="{768DE208-09DE-4834-A48B-EB4719A3FB69}"/>
              </a:ext>
            </a:extLst>
          </p:cNvPr>
          <p:cNvSpPr>
            <a:spLocks xmlns:a="http://schemas.openxmlformats.org/drawingml/2006/main" noGrp="1"/>
          </p:cNvSpPr>
          <p:nvPr>
            <p:ph type="body" idx="13" hasCustomPrompt="1"/>
          </p:nvPr>
        </p:nvSpPr>
        <p:spPr>
          <a:xfrm xmlns:a="http://schemas.openxmlformats.org/drawingml/2006/main">
            <a:off x="1524000" y="491490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lang="id-ID">
                <a:solidFill>
                  <a:srgbClr val="011627"/>
                </a:solidFill>
                <a:latin typeface="Space Grotesk"/>
                <a:ea typeface="Space Grotesk"/>
                <a:cs typeface="Space Grotesk"/>
              </a:defRPr>
            </a:pPr>
            <a:r>
              <a:rPr sz="1950" b="1" lang="id-ID">
                <a:solidFill>
                  <a:srgbClr val="011627"/>
                </a:solidFill>
                <a:latin typeface="Space Grotesk"/>
                <a:ea typeface="Space Grotesk"/>
                <a:cs typeface="Space Grotesk"/>
              </a:rPr>
              <a:t>Periksa sebelum dibagikan</a:t>
            </a:r>
          </a:p>
        </p:txBody>
      </p:sp>
      <p:sp>
        <p:nvSpPr>
          <p:cNvPr id="17" name="Isian 14">
            <a:extLst xmlns:a="http://schemas.openxmlformats.org/drawingml/2006/main">
              <a:ext uri="{FF2B5EF4-FFF2-40B4-BE49-F238E27FC236}">
                <a16:creationId xmlns:a16="http://schemas.microsoft.com/office/drawing/2014/main" id="{21189E8B-CE3A-44BA-A3C0-54A466CD201D}"/>
              </a:ext>
            </a:extLst>
          </p:cNvPr>
          <p:cNvSpPr>
            <a:spLocks xmlns:a="http://schemas.openxmlformats.org/drawingml/2006/main" noGrp="1"/>
          </p:cNvSpPr>
          <p:nvPr>
            <p:ph type="body" idx="14" hasCustomPrompt="1"/>
          </p:nvPr>
        </p:nvSpPr>
        <p:spPr>
          <a:xfrm xmlns:a="http://schemas.openxmlformats.org/drawingml/2006/main">
            <a:off x="5257800" y="4914900"/>
            <a:ext cx="6324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lang="id-ID">
                <a:solidFill>
                  <a:srgbClr val="011627"/>
                </a:solidFill>
                <a:latin typeface="Space Grotesk"/>
                <a:ea typeface="Space Grotesk"/>
                <a:cs typeface="Space Grotesk"/>
              </a:defRPr>
            </a:pPr>
            <a:r>
              <a:rPr sz="1800" b="0" lang="id-ID">
                <a:solidFill>
                  <a:srgbClr val="011627"/>
                </a:solidFill>
                <a:latin typeface="Space Grotesk"/>
                <a:ea typeface="Space Grotesk"/>
                <a:cs typeface="Space Grotesk"/>
              </a:rPr>
              <a:t>Periksa isi; hapus slide panduan dan isian yang tersisa.</a:t>
            </a:r>
          </a:p>
        </p:txBody>
      </p:sp>
      <p:sp>
        <p:nvSpPr>
          <p:cNvPr id="18" name="Sumber dan periode">
            <a:extLst xmlns:a="http://schemas.openxmlformats.org/drawingml/2006/main">
              <a:ext uri="{FF2B5EF4-FFF2-40B4-BE49-F238E27FC236}">
                <a16:creationId xmlns:a16="http://schemas.microsoft.com/office/drawing/2014/main" id="{4A8A3830-00C4-44BD-9F3D-F28D437F4EAB}"/>
              </a:ext>
            </a:extLst>
          </p:cNvPr>
          <p:cNvSpPr>
            <a:spLocks xmlns:a="http://schemas.openxmlformats.org/drawingml/2006/main" noGrp="1"/>
          </p:cNvSpPr>
          <p:nvPr>
            <p:ph type="body" idx="97" hasCustomPrompt="1"/>
          </p:nvPr>
        </p:nvSpPr>
        <p:spPr>
          <a:xfrm xmlns:a="http://schemas.openxmlformats.org/drawingml/2006/main">
            <a:off x="609600" y="58197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Template v1.3, 17 September 2026. Jenis huruf: Space Grotesk dan Space Mono.</a:t>
            </a:r>
          </a:p>
        </p:txBody>
      </p:sp>
      <p:sp>
        <p:nvSpPr>
          <p:cNvPr id="19" name="Klasifikasi dokumen">
            <a:extLst xmlns:a="http://schemas.openxmlformats.org/drawingml/2006/main">
              <a:ext uri="{FF2B5EF4-FFF2-40B4-BE49-F238E27FC236}">
                <a16:creationId xmlns:a16="http://schemas.microsoft.com/office/drawing/2014/main" id="{5379F4A4-279F-4B33-9304-14C630903E3B}"/>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20" name="Nomor slide">
            <a:extLst xmlns:a="http://schemas.openxmlformats.org/drawingml/2006/main">
              <a:ext uri="{FF2B5EF4-FFF2-40B4-BE49-F238E27FC236}">
                <a16:creationId xmlns:a16="http://schemas.microsoft.com/office/drawing/2014/main" id="{9CF412FB-0C21-4329-AA21-0688AFE089E6}"/>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B9DDE3FF-2540-4DA3-B743-082FC4058D90}" type="slidenum">
              <a:rPr sz="1200" b="0" lang="id-ID">
                <a:solidFill>
                  <a:srgbClr val="536679"/>
                </a:solidFill>
                <a:latin typeface="Space Grotesk"/>
                <a:ea typeface="Space Grotesk"/>
                <a:cs typeface="Space Grotesk"/>
              </a:rPr>
              <a:t>24</a:t>
            </a:fld>
          </a:p>
        </p:txBody>
      </p:sp>
    </p:spTree>
    <p:extLst>
      <p:ext uri="{BB962C8B-B14F-4D97-AF65-F5344CB8AC3E}">
        <p14:creationId xmlns:p14="http://schemas.microsoft.com/office/powerpoint/2010/main" val="1813798771"/>
      </p:ext>
    </p:extLst>
  </p:cSld>
</p:sld>
</file>

<file path=ppt/slides/slide25.xml><?xml version="1.0" encoding="utf-8"?>
<p:sld xmlns:p="http://schemas.openxmlformats.org/presentationml/2006/main">
  <p:cSld name="Sampul dengan pembicara">
    <p:bg>
      <p:bgPr>
        <a:solidFill xmlns:a="http://schemas.openxmlformats.org/drawingml/2006/main">
          <a:srgbClr val="011627"/>
        </a:solidFill>
      </p:bgPr>
    </p:bg>
    <p:spTree>
      <p:nvGrpSpPr>
        <p:cNvPr id="1" name=""/>
        <p:cNvGrpSpPr/>
        <p:nvPr/>
      </p:nvGrpSpPr>
      <p:grpSpPr>
        <a:xfrm xmlns:a="http://schemas.openxmlformats.org/drawingml/2006/main"/>
      </p:grpSpPr>
      <p:sp>
        <p:nvSpPr>
          <p:cNvPr id="2" name="Judul presentasi"/>
          <p:cNvSpPr>
            <a:spLocks xmlns:a="http://schemas.openxmlformats.org/drawingml/2006/main" noGrp="1"/>
          </p:cNvSpPr>
          <p:nvPr>
            <p:ph type="title" idx="0" hasCustomPrompt="1"/>
          </p:nvPr>
        </p:nvSpPr>
        <p:spPr>
          <a:xfrm xmlns:a="http://schemas.openxmlformats.org/drawingml/2006/main">
            <a:off x="609600" y="2409825"/>
            <a:ext cx="685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F0F1F1"/>
                </a:solidFill>
                <a:latin typeface="Space Grotesk"/>
                <a:ea typeface="Space Grotesk"/>
                <a:cs typeface="Space Grotesk"/>
              </a:defRPr>
            </a:pPr>
            <a:r>
              <a:rPr sz="4200" b="1">
                <a:solidFill>
                  <a:srgbClr val="F0F1F1"/>
                </a:solidFill>
                <a:latin typeface="Space Grotesk"/>
                <a:ea typeface="Space Grotesk"/>
                <a:cs typeface="Space Grotesk"/>
              </a:rPr>
              <a:t>[Judul presentasi]</a:t>
            </a:r>
          </a:p>
          <a:p xmlns:a="http://schemas.openxmlformats.org/drawingml/2006/main">
            <a:pPr>
              <a:defRPr sz="4200" b="1">
                <a:solidFill>
                  <a:srgbClr val="F0F1F1"/>
                </a:solidFill>
                <a:latin typeface="Space Grotesk"/>
                <a:ea typeface="Space Grotesk"/>
                <a:cs typeface="Space Grotesk"/>
              </a:defRPr>
            </a:pPr>
            <a:r>
              <a:rPr sz="4200" b="1">
                <a:solidFill>
                  <a:srgbClr val="F0F1F1"/>
                </a:solidFill>
                <a:latin typeface="Space Grotesk"/>
                <a:ea typeface="Space Grotesk"/>
                <a:cs typeface="Space Grotesk"/>
              </a:rPr>
              <a:t>[Baris kedua]</a:t>
            </a:r>
          </a:p>
        </p:txBody>
      </p:sp>
      <p:sp>
        <p:nvSpPr>
          <p:cNvPr id="3" name="Nama acara"/>
          <p:cNvSpPr>
            <a:spLocks xmlns:a="http://schemas.openxmlformats.org/drawingml/2006/main" noGrp="1"/>
          </p:cNvSpPr>
          <p:nvPr>
            <p:ph type="body" idx="2" hasCustomPrompt="1"/>
          </p:nvPr>
        </p:nvSpPr>
        <p:spPr>
          <a:xfrm xmlns:a="http://schemas.openxmlformats.org/drawingml/2006/main">
            <a:off x="609600" y="194310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0F1F1"/>
                </a:solidFill>
                <a:latin typeface="Space Grotesk"/>
                <a:ea typeface="Space Grotesk"/>
                <a:cs typeface="Space Grotesk"/>
              </a:defRPr>
            </a:pPr>
            <a:r>
              <a:rPr sz="1500" b="1">
                <a:solidFill>
                  <a:srgbClr val="F0F1F1"/>
                </a:solidFill>
                <a:latin typeface="Space Grotesk"/>
                <a:ea typeface="Space Grotesk"/>
                <a:cs typeface="Space Grotesk"/>
              </a:rPr>
              <a:t>[NAMA ACARA]</a:t>
            </a:r>
          </a:p>
        </p:txBody>
      </p:sp>
      <p:sp>
        <p:nvSpPr>
          <p:cNvPr id="4" name="Label pembicara"/>
          <p:cNvSpPr>
            <a:spLocks xmlns:a="http://schemas.openxmlformats.org/drawingml/2006/main" noGrp="1"/>
          </p:cNvSpPr>
          <p:nvPr>
            <p:ph type="body" idx="5" hasCustomPrompt="1"/>
          </p:nvPr>
        </p:nvSpPr>
        <p:spPr>
          <a:xfrm xmlns:a="http://schemas.openxmlformats.org/drawingml/2006/main">
            <a:off x="609600" y="393382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0F1F1"/>
                </a:solidFill>
                <a:latin typeface="Space Grotesk"/>
                <a:ea typeface="Space Grotesk"/>
                <a:cs typeface="Space Grotesk"/>
              </a:defRPr>
            </a:pPr>
            <a:r>
              <a:rPr sz="1200" b="1">
                <a:solidFill>
                  <a:srgbClr val="F0F1F1"/>
                </a:solidFill>
                <a:latin typeface="Space Grotesk"/>
                <a:ea typeface="Space Grotesk"/>
                <a:cs typeface="Space Grotesk"/>
              </a:rPr>
              <a:t>DISAMPAIKAN OLEH</a:t>
            </a:r>
          </a:p>
        </p:txBody>
      </p:sp>
      <p:sp>
        <p:nvSpPr>
          <p:cNvPr id="5" name="Nama pembicara"/>
          <p:cNvSpPr>
            <a:spLocks xmlns:a="http://schemas.openxmlformats.org/drawingml/2006/main" noGrp="1"/>
          </p:cNvSpPr>
          <p:nvPr>
            <p:ph type="body" idx="6" hasCustomPrompt="1"/>
          </p:nvPr>
        </p:nvSpPr>
        <p:spPr>
          <a:xfrm xmlns:a="http://schemas.openxmlformats.org/drawingml/2006/main">
            <a:off x="609600" y="42862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0F1F1"/>
                </a:solidFill>
                <a:latin typeface="Space Grotesk"/>
                <a:ea typeface="Space Grotesk"/>
                <a:cs typeface="Space Grotesk"/>
              </a:defRPr>
            </a:pPr>
            <a:r>
              <a:rPr sz="2550" b="1">
                <a:solidFill>
                  <a:srgbClr val="F0F1F1"/>
                </a:solidFill>
                <a:latin typeface="Space Grotesk"/>
                <a:ea typeface="Space Grotesk"/>
                <a:cs typeface="Space Grotesk"/>
              </a:rPr>
              <a:t>[Nama lengkap pembicara]</a:t>
            </a:r>
          </a:p>
        </p:txBody>
      </p:sp>
      <p:sp>
        <p:nvSpPr>
          <p:cNvPr id="6" name="Jabatan pembicara"/>
          <p:cNvSpPr>
            <a:spLocks xmlns:a="http://schemas.openxmlformats.org/drawingml/2006/main" noGrp="1"/>
          </p:cNvSpPr>
          <p:nvPr>
            <p:ph type="body" idx="7" hasCustomPrompt="1"/>
          </p:nvPr>
        </p:nvSpPr>
        <p:spPr>
          <a:xfrm xmlns:a="http://schemas.openxmlformats.org/drawingml/2006/main">
            <a:off x="609600" y="477202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0F1F1"/>
                </a:solidFill>
                <a:latin typeface="Space Grotesk"/>
                <a:ea typeface="Space Grotesk"/>
                <a:cs typeface="Space Grotesk"/>
              </a:defRPr>
            </a:pPr>
            <a:r>
              <a:rPr sz="1950" b="0">
                <a:solidFill>
                  <a:srgbClr val="F0F1F1"/>
                </a:solidFill>
                <a:latin typeface="Space Grotesk"/>
                <a:ea typeface="Space Grotesk"/>
                <a:cs typeface="Space Grotesk"/>
              </a:rPr>
              <a:t>[Jabatan]</a:t>
            </a:r>
          </a:p>
        </p:txBody>
      </p:sp>
      <p:sp>
        <p:nvSpPr>
          <p:cNvPr id="7" name="Instansi pembicara"/>
          <p:cNvSpPr>
            <a:spLocks xmlns:a="http://schemas.openxmlformats.org/drawingml/2006/main" noGrp="1"/>
          </p:cNvSpPr>
          <p:nvPr>
            <p:ph type="body" idx="8" hasCustomPrompt="1"/>
          </p:nvPr>
        </p:nvSpPr>
        <p:spPr>
          <a:xfrm xmlns:a="http://schemas.openxmlformats.org/drawingml/2006/main">
            <a:off x="609600" y="515302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0F1F1"/>
                </a:solidFill>
                <a:latin typeface="Space Grotesk"/>
                <a:ea typeface="Space Grotesk"/>
                <a:cs typeface="Space Grotesk"/>
              </a:defRPr>
            </a:pPr>
            <a:r>
              <a:rPr sz="1650" b="0">
                <a:solidFill>
                  <a:srgbClr val="F0F1F1"/>
                </a:solidFill>
                <a:latin typeface="Space Grotesk"/>
                <a:ea typeface="Space Grotesk"/>
                <a:cs typeface="Space Grotesk"/>
              </a:rPr>
              <a:t>[Unit kerja / instansi]</a:t>
            </a:r>
          </a:p>
        </p:txBody>
      </p:sp>
      <p:sp>
        <p:nvSpPr>
          <p:cNvPr id="8" name="Tanggal presentasi"/>
          <p:cNvSpPr>
            <a:spLocks xmlns:a="http://schemas.openxmlformats.org/drawingml/2006/main" noGrp="1"/>
          </p:cNvSpPr>
          <p:nvPr>
            <p:ph type="body" idx="9" hasCustomPrompt="1"/>
          </p:nvPr>
        </p:nvSpPr>
        <p:spPr>
          <a:xfrm xmlns:a="http://schemas.openxmlformats.org/drawingml/2006/main">
            <a:off x="609600" y="5514975"/>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F0F1F1"/>
                </a:solidFill>
                <a:latin typeface="Space Grotesk"/>
                <a:ea typeface="Space Grotesk"/>
                <a:cs typeface="Space Grotesk"/>
              </a:defRPr>
            </a:pPr>
            <a:r>
              <a:rPr sz="1350" b="0">
                <a:solidFill>
                  <a:srgbClr val="F0F1F1"/>
                </a:solidFill>
                <a:latin typeface="Space Grotesk"/>
                <a:ea typeface="Space Grotesk"/>
                <a:cs typeface="Space Grotesk"/>
              </a:rPr>
              <a:t>[Tanggal presentasi]</a:t>
            </a:r>
          </a:p>
        </p:txBody>
      </p:sp>
      <p:sp>
        <p:nvSpPr>
          <p:cNvPr id="9" name="Kontak ig">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C76829AD-3766-4169-BC29-8D66239D91D8}"/>
              </a:ext>
            </a:extLst>
          </p:cNvPr>
          <p:cNvSpPr>
            <a:spLocks xmlns:a="http://schemas.openxmlformats.org/drawingml/2006/main" noGrp="1"/>
          </p:cNvSpPr>
          <p:nvPr>
            <p:ph type="body" idx="90" hasCustomPrompt="1"/>
          </p:nvPr>
        </p:nvSpPr>
        <p:spPr>
          <a:xfrm xmlns:a="http://schemas.openxmlformats.org/drawingml/2006/main">
            <a:off x="952500" y="5838825"/>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@jakartautilitas</a:t>
            </a:r>
          </a:p>
        </p:txBody>
      </p:sp>
      <p:sp>
        <p:nvSpPr>
          <p:cNvPr id="10" name="Kontak web">
            <ns0:hlinkClick xmlns:ns0="http://schemas.openxmlformats.org/drawingml/2006/main" xmlns:ns1="http://schemas.openxmlformats.org/officeDocument/2006/relationships" ns1:id="rIdJupContact2"/>
            <a:extLst xmlns:a="http://schemas.openxmlformats.org/drawingml/2006/main">
              <a:ext uri="{FF2B5EF4-FFF2-40B4-BE49-F238E27FC236}">
                <a16:creationId xmlns:a16="http://schemas.microsoft.com/office/drawing/2014/main" id="{005E689E-BB14-4B48-9504-55B67AFEB01B}"/>
              </a:ext>
            </a:extLst>
          </p:cNvPr>
          <p:cNvSpPr>
            <a:spLocks xmlns:a="http://schemas.openxmlformats.org/drawingml/2006/main" noGrp="1"/>
          </p:cNvSpPr>
          <p:nvPr>
            <p:ph type="body" idx="91" hasCustomPrompt="1"/>
          </p:nvPr>
        </p:nvSpPr>
        <p:spPr>
          <a:xfrm xmlns:a="http://schemas.openxmlformats.org/drawingml/2006/main">
            <a:off x="3771900" y="58388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lang="id-ID">
                <a:solidFill>
                  <a:srgbClr val="F0F1F1"/>
                </a:solidFill>
                <a:latin typeface="Space Grotesk"/>
                <a:ea typeface="Space Grotesk"/>
                <a:cs typeface="Space Grotesk"/>
              </a:defRPr>
            </a:pPr>
            <a:r>
              <a:rPr sz="1350" b="0" lang="id-ID">
                <a:solidFill>
                  <a:srgbClr val="F0F1F1"/>
                </a:solidFill>
                <a:latin typeface="Space Grotesk"/>
                <a:ea typeface="Space Grotesk"/>
                <a:cs typeface="Space Grotesk"/>
              </a:rPr>
              <a:t>www.jup.co.id</a:t>
            </a:r>
          </a:p>
        </p:txBody>
      </p:sp>
      <p:sp>
        <p:nvSpPr>
          <p:cNvPr id="11" name="Klasifikasi dokumen">
            <a:extLst xmlns:a="http://schemas.openxmlformats.org/drawingml/2006/main">
              <a:ext uri="{FF2B5EF4-FFF2-40B4-BE49-F238E27FC236}">
                <a16:creationId xmlns:a16="http://schemas.microsoft.com/office/drawing/2014/main" id="{73242C3E-2CD0-48A0-A691-3CE25454CEFC}"/>
              </a:ext>
            </a:extLst>
          </p:cNvPr>
          <p:cNvSpPr>
            <a:spLocks xmlns:a="http://schemas.openxmlformats.org/drawingml/2006/main" noGrp="1"/>
          </p:cNvSpPr>
          <p:nvPr>
            <p:ph type="body" idx="98" hasCustomPrompt="1"/>
          </p:nvPr>
        </p:nvSpPr>
        <p:spPr>
          <a:xfrm xmlns:a="http://schemas.openxmlformats.org/drawingml/2006/main">
            <a:off x="609600" y="6315075"/>
            <a:ext cx="704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F0F1F1"/>
                </a:solidFill>
                <a:latin typeface="Space Grotesk"/>
                <a:ea typeface="Space Grotesk"/>
                <a:cs typeface="Space Grotesk"/>
              </a:defRPr>
            </a:pPr>
            <a:r>
              <a:rPr sz="1200" b="0" lang="id-ID">
                <a:solidFill>
                  <a:srgbClr val="F0F1F1"/>
                </a:solidFill>
                <a:latin typeface="Space Grotesk"/>
                <a:ea typeface="Space Grotesk"/>
                <a:cs typeface="Space Grotesk"/>
              </a:rPr>
              <a:t>[Klasifikasi dokumen]</a:t>
            </a:r>
          </a:p>
        </p:txBody>
      </p:sp>
      <p:sp>
        <p:nvSpPr>
          <p:cNvPr id="112" name="Bidang putih logo JUP"/>
          <p:cNvSpPr>
            <a:spLocks xmlns:a="http://schemas.openxmlformats.org/drawingml/2006/main" noGrp="1"/>
          </p:cNvSpPr>
          <p:nvPr/>
        </p:nvSpPr>
        <p:spPr>
          <a:xfrm xmlns:a="http://schemas.openxmlformats.org/drawingml/2006/main">
            <a:off x="647700" y="400050"/>
            <a:ext cx="3048000" cy="1028390"/>
          </a:xfrm>
          <a:prstGeom xmlns:a="http://schemas.openxmlformats.org/drawingml/2006/main" prst="rect">
            <a:avLst/>
          </a:prstGeom>
          <a:solidFill xmlns:a="http://schemas.openxmlformats.org/drawingml/2006/main">
            <a:srgbClr val="F0F1F1"/>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pic>
        <p:nvPicPr>
          <p:cNvPr id="113" name="" descr="Dark.png dari pengguna; proporsi dan berkas gambar asli dipertahankan"/>
          <p:cNvPicPr>
            <a:picLocks xmlns:a="http://schemas.openxmlformats.org/drawingml/2006/main" noChangeAspect="1"/>
          </p:cNvPicPr>
          <p:nvPr/>
        </p:nvPicPr>
        <p:blipFill>
          <a:blip xmlns:r="http://schemas.openxmlformats.org/officeDocument/2006/relationships" xmlns:a="http://schemas.openxmlformats.org/drawingml/2006/main" r:embed="rIdJupDarkLogoExample"/>
          <a:stretch xmlns:a="http://schemas.openxmlformats.org/drawingml/2006/main"/>
        </p:blipFill>
        <p:spPr>
          <a:xfrm xmlns:a="http://schemas.openxmlformats.org/drawingml/2006/main">
            <a:off x="647700" y="400050"/>
            <a:ext cx="3048000" cy="1028390"/>
          </a:xfrm>
          <a:prstGeom xmlns:a="http://schemas.openxmlformats.org/drawingml/2006/main" prst="rect">
            <a:avLst/>
          </a:prstGeom>
        </p:spPr>
      </p:pic>
    </p:spTree>
    <p:extLst>
      <p:ext uri="{BB962C8B-B14F-4D97-AF65-F5344CB8AC3E}">
        <p14:creationId xmlns:p14="http://schemas.microsoft.com/office/powerpoint/2010/main" val="987865107"/>
      </p:ext>
    </p:extLst>
  </p:cSld>
</p:sld>
</file>

<file path=ppt/slides/slide26.xml><?xml version="1.0" encoding="utf-8"?>
<p:sld xmlns:p="http://schemas.openxmlformats.org/presentationml/2006/main">
  <p:cSld name="Profil satu pembicara">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Pembicara</a:t>
            </a:r>
          </a:p>
        </p:txBody>
      </p:sp>
      <p:sp>
        <p:nvSpPr>
          <p:cNvPr id="3" name="Bagian">
            <a:extLst xmlns:a="http://schemas.openxmlformats.org/drawingml/2006/main">
              <a:ext uri="{FF2B5EF4-FFF2-40B4-BE49-F238E27FC236}">
                <a16:creationId xmlns:a16="http://schemas.microsoft.com/office/drawing/2014/main" id="{11A9C0D7-D1B9-4A4A-AD80-59B0E4334CA8}"/>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PEMBICARA</a:t>
            </a:r>
          </a:p>
        </p:txBody>
      </p:sp>
      <p:sp>
        <p:nvSpPr>
          <p:cNvPr id="4"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[Nama acara / agenda]</a:t>
            </a:r>
          </a:p>
        </p:txBody>
      </p:sp>
      <p:sp>
        <p:nvSpPr>
          <p:cNvPr id="5" name="Foto pembicara"/>
          <p:cNvSpPr>
            <a:spLocks xmlns:a="http://schemas.openxmlformats.org/drawingml/2006/main" noGrp="1"/>
          </p:cNvSpPr>
          <p:nvPr>
            <p:ph type="pic" idx="5" hasCustomPrompt="1"/>
          </p:nvPr>
        </p:nvSpPr>
        <p:spPr>
          <a:xfrm xmlns:a="http://schemas.openxmlformats.org/drawingml/2006/main">
            <a:off x="609600" y="2686050"/>
            <a:ext cx="2438400" cy="28956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6" name="Nama pembicara"/>
          <p:cNvSpPr>
            <a:spLocks xmlns:a="http://schemas.openxmlformats.org/drawingml/2006/main" noGrp="1"/>
          </p:cNvSpPr>
          <p:nvPr>
            <p:ph type="body" idx="6" hasCustomPrompt="1"/>
          </p:nvPr>
        </p:nvSpPr>
        <p:spPr>
          <a:xfrm xmlns:a="http://schemas.openxmlformats.org/drawingml/2006/main">
            <a:off x="3581400" y="2667000"/>
            <a:ext cx="800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011627"/>
                </a:solidFill>
                <a:latin typeface="Space Grotesk"/>
                <a:ea typeface="Space Grotesk"/>
                <a:cs typeface="Space Grotesk"/>
              </a:defRPr>
            </a:pPr>
            <a:r>
              <a:rPr sz="3000" b="1">
                <a:solidFill>
                  <a:srgbClr val="011627"/>
                </a:solidFill>
                <a:latin typeface="Space Grotesk"/>
                <a:ea typeface="Space Grotesk"/>
                <a:cs typeface="Space Grotesk"/>
              </a:rPr>
              <a:t>[Nama lengkap pembicara]</a:t>
            </a:r>
          </a:p>
        </p:txBody>
      </p:sp>
      <p:sp>
        <p:nvSpPr>
          <p:cNvPr id="7" name="Jabatan pembicara"/>
          <p:cNvSpPr>
            <a:spLocks xmlns:a="http://schemas.openxmlformats.org/drawingml/2006/main" noGrp="1"/>
          </p:cNvSpPr>
          <p:nvPr>
            <p:ph type="body" idx="7" hasCustomPrompt="1"/>
          </p:nvPr>
        </p:nvSpPr>
        <p:spPr>
          <a:xfrm xmlns:a="http://schemas.openxmlformats.org/drawingml/2006/main">
            <a:off x="3581400" y="3390900"/>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04999"/>
                </a:solidFill>
                <a:latin typeface="Space Grotesk"/>
                <a:ea typeface="Space Grotesk"/>
                <a:cs typeface="Space Grotesk"/>
              </a:defRPr>
            </a:pPr>
            <a:r>
              <a:rPr sz="2100" b="0">
                <a:solidFill>
                  <a:srgbClr val="004999"/>
                </a:solidFill>
                <a:latin typeface="Space Grotesk"/>
                <a:ea typeface="Space Grotesk"/>
                <a:cs typeface="Space Grotesk"/>
              </a:rPr>
              <a:t>[Jabatan]</a:t>
            </a:r>
          </a:p>
        </p:txBody>
      </p:sp>
      <p:sp>
        <p:nvSpPr>
          <p:cNvPr id="8" name="Instansi pembicara"/>
          <p:cNvSpPr>
            <a:spLocks xmlns:a="http://schemas.openxmlformats.org/drawingml/2006/main" noGrp="1"/>
          </p:cNvSpPr>
          <p:nvPr>
            <p:ph type="body" idx="8" hasCustomPrompt="1"/>
          </p:nvPr>
        </p:nvSpPr>
        <p:spPr>
          <a:xfrm xmlns:a="http://schemas.openxmlformats.org/drawingml/2006/main">
            <a:off x="3581400" y="383857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011627"/>
                </a:solidFill>
                <a:latin typeface="Space Grotesk"/>
                <a:ea typeface="Space Grotesk"/>
                <a:cs typeface="Space Grotesk"/>
              </a:defRPr>
            </a:pPr>
            <a:r>
              <a:rPr sz="1950" b="0">
                <a:solidFill>
                  <a:srgbClr val="011627"/>
                </a:solidFill>
                <a:latin typeface="Space Grotesk"/>
                <a:ea typeface="Space Grotesk"/>
                <a:cs typeface="Space Grotesk"/>
              </a:rPr>
              <a:t>[Unit kerja / instansi]</a:t>
            </a:r>
          </a:p>
        </p:txBody>
      </p:sp>
      <p:sp>
        <p:nvSpPr>
          <p:cNvPr id="9" name="Label materi"/>
          <p:cNvSpPr>
            <a:spLocks xmlns:a="http://schemas.openxmlformats.org/drawingml/2006/main" noGrp="1"/>
          </p:cNvSpPr>
          <p:nvPr>
            <p:ph type="body" idx="9" hasCustomPrompt="1"/>
          </p:nvPr>
        </p:nvSpPr>
        <p:spPr>
          <a:xfrm xmlns:a="http://schemas.openxmlformats.org/drawingml/2006/main">
            <a:off x="3581400" y="4591050"/>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MATERI</a:t>
            </a:r>
          </a:p>
        </p:txBody>
      </p:sp>
      <p:sp>
        <p:nvSpPr>
          <p:cNvPr id="10" name="Materi pembicara"/>
          <p:cNvSpPr>
            <a:spLocks xmlns:a="http://schemas.openxmlformats.org/drawingml/2006/main" noGrp="1"/>
          </p:cNvSpPr>
          <p:nvPr>
            <p:ph type="body" idx="10" hasCustomPrompt="1"/>
          </p:nvPr>
        </p:nvSpPr>
        <p:spPr>
          <a:xfrm xmlns:a="http://schemas.openxmlformats.org/drawingml/2006/main">
            <a:off x="3581400" y="4933950"/>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[Topik yang disampaikan]</a:t>
            </a:r>
          </a:p>
        </p:txBody>
      </p:sp>
      <p:sp>
        <p:nvSpPr>
          <p:cNvPr id="11" name="Keahlian pembicara"/>
          <p:cNvSpPr>
            <a:spLocks xmlns:a="http://schemas.openxmlformats.org/drawingml/2006/main" noGrp="1"/>
          </p:cNvSpPr>
          <p:nvPr>
            <p:ph type="body" idx="11" hasCustomPrompt="1"/>
          </p:nvPr>
        </p:nvSpPr>
        <p:spPr>
          <a:xfrm xmlns:a="http://schemas.openxmlformats.org/drawingml/2006/main">
            <a:off x="3581400" y="5476875"/>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[Keahlian / pengalaman yang relevan]</a:t>
            </a:r>
          </a:p>
        </p:txBody>
      </p:sp>
      <p:sp>
        <p:nvSpPr>
          <p:cNvPr id="12"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E4142F21-0FAC-44E7-85A2-4A0B21E485A3}"/>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3" name="Klasifikasi dokumen">
            <a:extLst xmlns:a="http://schemas.openxmlformats.org/drawingml/2006/main">
              <a:ext uri="{FF2B5EF4-FFF2-40B4-BE49-F238E27FC236}">
                <a16:creationId xmlns:a16="http://schemas.microsoft.com/office/drawing/2014/main" id="{9426A769-76A5-4DDD-B164-B75588110300}"/>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4" name="Nomor slide">
            <a:extLst xmlns:a="http://schemas.openxmlformats.org/drawingml/2006/main">
              <a:ext uri="{FF2B5EF4-FFF2-40B4-BE49-F238E27FC236}">
                <a16:creationId xmlns:a16="http://schemas.microsoft.com/office/drawing/2014/main" id="{CC5DC90F-4B7A-4BBB-928C-31E0EF53B65B}"/>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26</a:t>
            </a:fld>
          </a:p>
        </p:txBody>
      </p:sp>
    </p:spTree>
    <p:extLst>
      <p:ext uri="{BB962C8B-B14F-4D97-AF65-F5344CB8AC3E}">
        <p14:creationId xmlns:p14="http://schemas.microsoft.com/office/powerpoint/2010/main" val="602947508"/>
      </p:ext>
    </p:extLst>
  </p:cSld>
</p:sld>
</file>

<file path=ppt/slides/slide27.xml><?xml version="1.0" encoding="utf-8"?>
<p:sld xmlns:p="http://schemas.openxmlformats.org/presentationml/2006/main">
  <p:cSld name="Dua pembicara tanpa foto">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Pembicara dan materi</a:t>
            </a:r>
          </a:p>
        </p:txBody>
      </p:sp>
      <p:sp>
        <p:nvSpPr>
          <p:cNvPr id="3" name="Bagian">
            <a:extLst xmlns:a="http://schemas.openxmlformats.org/drawingml/2006/main">
              <a:ext uri="{FF2B5EF4-FFF2-40B4-BE49-F238E27FC236}">
                <a16:creationId xmlns:a16="http://schemas.microsoft.com/office/drawing/2014/main" id="{11A9C0D7-D1B9-4A4A-AD80-59B0E4334CA8}"/>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PEMBICARA</a:t>
            </a:r>
          </a:p>
        </p:txBody>
      </p:sp>
      <p:sp>
        <p:nvSpPr>
          <p:cNvPr id="4"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[Nama acara / agenda]</a:t>
            </a:r>
          </a:p>
        </p:txBody>
      </p:sp>
      <p:sp>
        <p:nvSpPr>
          <p:cNvPr id="5" name="Nama pembicara 1"/>
          <p:cNvSpPr>
            <a:spLocks xmlns:a="http://schemas.openxmlformats.org/drawingml/2006/main" noGrp="1"/>
          </p:cNvSpPr>
          <p:nvPr>
            <p:ph type="body" idx="5" hasCustomPrompt="1"/>
          </p:nvPr>
        </p:nvSpPr>
        <p:spPr>
          <a:xfrm xmlns:a="http://schemas.openxmlformats.org/drawingml/2006/main">
            <a:off x="609600" y="2962275"/>
            <a:ext cx="525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011627"/>
                </a:solidFill>
                <a:latin typeface="Space Grotesk"/>
                <a:ea typeface="Space Grotesk"/>
                <a:cs typeface="Space Grotesk"/>
              </a:defRPr>
            </a:pPr>
            <a:r>
              <a:rPr sz="2550" b="1">
                <a:solidFill>
                  <a:srgbClr val="011627"/>
                </a:solidFill>
                <a:latin typeface="Space Grotesk"/>
                <a:ea typeface="Space Grotesk"/>
                <a:cs typeface="Space Grotesk"/>
              </a:rPr>
              <a:t>[Nama pembicara 1]</a:t>
            </a:r>
          </a:p>
        </p:txBody>
      </p:sp>
      <p:sp>
        <p:nvSpPr>
          <p:cNvPr id="6" name="Jabatan pembicara 1"/>
          <p:cNvSpPr>
            <a:spLocks xmlns:a="http://schemas.openxmlformats.org/drawingml/2006/main" noGrp="1"/>
          </p:cNvSpPr>
          <p:nvPr>
            <p:ph type="body" idx="6" hasCustomPrompt="1"/>
          </p:nvPr>
        </p:nvSpPr>
        <p:spPr>
          <a:xfrm xmlns:a="http://schemas.openxmlformats.org/drawingml/2006/main">
            <a:off x="609600" y="360997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04999"/>
                </a:solidFill>
                <a:latin typeface="Space Grotesk"/>
                <a:ea typeface="Space Grotesk"/>
                <a:cs typeface="Space Grotesk"/>
              </a:defRPr>
            </a:pPr>
            <a:r>
              <a:rPr sz="2100" b="0">
                <a:solidFill>
                  <a:srgbClr val="004999"/>
                </a:solidFill>
                <a:latin typeface="Space Grotesk"/>
                <a:ea typeface="Space Grotesk"/>
                <a:cs typeface="Space Grotesk"/>
              </a:rPr>
              <a:t>[Jabatan]</a:t>
            </a:r>
          </a:p>
        </p:txBody>
      </p:sp>
      <p:sp>
        <p:nvSpPr>
          <p:cNvPr id="7" name="Instansi pembicara 1"/>
          <p:cNvSpPr>
            <a:spLocks xmlns:a="http://schemas.openxmlformats.org/drawingml/2006/main" noGrp="1"/>
          </p:cNvSpPr>
          <p:nvPr>
            <p:ph type="body" idx="7" hasCustomPrompt="1"/>
          </p:nvPr>
        </p:nvSpPr>
        <p:spPr>
          <a:xfrm xmlns:a="http://schemas.openxmlformats.org/drawingml/2006/main">
            <a:off x="609600" y="406717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[Unit kerja / instansi]</a:t>
            </a:r>
          </a:p>
        </p:txBody>
      </p:sp>
      <p:sp>
        <p:nvSpPr>
          <p:cNvPr id="8" name="Label materi 1"/>
          <p:cNvSpPr>
            <a:spLocks xmlns:a="http://schemas.openxmlformats.org/drawingml/2006/main" noGrp="1"/>
          </p:cNvSpPr>
          <p:nvPr>
            <p:ph type="body" idx="8" hasCustomPrompt="1"/>
          </p:nvPr>
        </p:nvSpPr>
        <p:spPr>
          <a:xfrm xmlns:a="http://schemas.openxmlformats.org/drawingml/2006/main">
            <a:off x="609600" y="4752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MATERI</a:t>
            </a:r>
          </a:p>
        </p:txBody>
      </p:sp>
      <p:sp>
        <p:nvSpPr>
          <p:cNvPr id="9" name="Materi pembicara 1"/>
          <p:cNvSpPr>
            <a:spLocks xmlns:a="http://schemas.openxmlformats.org/drawingml/2006/main" noGrp="1"/>
          </p:cNvSpPr>
          <p:nvPr>
            <p:ph type="body" idx="9" hasCustomPrompt="1"/>
          </p:nvPr>
        </p:nvSpPr>
        <p:spPr>
          <a:xfrm xmlns:a="http://schemas.openxmlformats.org/drawingml/2006/main">
            <a:off x="609600" y="5124450"/>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11627"/>
                </a:solidFill>
                <a:latin typeface="Space Grotesk"/>
                <a:ea typeface="Space Grotesk"/>
                <a:cs typeface="Space Grotesk"/>
              </a:defRPr>
            </a:pPr>
            <a:r>
              <a:rPr sz="2100" b="0">
                <a:solidFill>
                  <a:srgbClr val="011627"/>
                </a:solidFill>
                <a:latin typeface="Space Grotesk"/>
                <a:ea typeface="Space Grotesk"/>
                <a:cs typeface="Space Grotesk"/>
              </a:rPr>
              <a:t>[Topik pembicara 1]</a:t>
            </a:r>
          </a:p>
        </p:txBody>
      </p:sp>
      <p:sp>
        <p:nvSpPr>
          <p:cNvPr id="10" name="Nama pembicara 2"/>
          <p:cNvSpPr>
            <a:spLocks xmlns:a="http://schemas.openxmlformats.org/drawingml/2006/main" noGrp="1"/>
          </p:cNvSpPr>
          <p:nvPr>
            <p:ph type="body" idx="10" hasCustomPrompt="1"/>
          </p:nvPr>
        </p:nvSpPr>
        <p:spPr>
          <a:xfrm xmlns:a="http://schemas.openxmlformats.org/drawingml/2006/main">
            <a:off x="6324600" y="2962275"/>
            <a:ext cx="525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011627"/>
                </a:solidFill>
                <a:latin typeface="Space Grotesk"/>
                <a:ea typeface="Space Grotesk"/>
                <a:cs typeface="Space Grotesk"/>
              </a:defRPr>
            </a:pPr>
            <a:r>
              <a:rPr sz="2550" b="1">
                <a:solidFill>
                  <a:srgbClr val="011627"/>
                </a:solidFill>
                <a:latin typeface="Space Grotesk"/>
                <a:ea typeface="Space Grotesk"/>
                <a:cs typeface="Space Grotesk"/>
              </a:rPr>
              <a:t>[Nama pembicara 2]</a:t>
            </a:r>
          </a:p>
        </p:txBody>
      </p:sp>
      <p:sp>
        <p:nvSpPr>
          <p:cNvPr id="11" name="Jabatan pembicara 2"/>
          <p:cNvSpPr>
            <a:spLocks xmlns:a="http://schemas.openxmlformats.org/drawingml/2006/main" noGrp="1"/>
          </p:cNvSpPr>
          <p:nvPr>
            <p:ph type="body" idx="11" hasCustomPrompt="1"/>
          </p:nvPr>
        </p:nvSpPr>
        <p:spPr>
          <a:xfrm xmlns:a="http://schemas.openxmlformats.org/drawingml/2006/main">
            <a:off x="6324600" y="360997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04999"/>
                </a:solidFill>
                <a:latin typeface="Space Grotesk"/>
                <a:ea typeface="Space Grotesk"/>
                <a:cs typeface="Space Grotesk"/>
              </a:defRPr>
            </a:pPr>
            <a:r>
              <a:rPr sz="2100" b="0">
                <a:solidFill>
                  <a:srgbClr val="004999"/>
                </a:solidFill>
                <a:latin typeface="Space Grotesk"/>
                <a:ea typeface="Space Grotesk"/>
                <a:cs typeface="Space Grotesk"/>
              </a:rPr>
              <a:t>[Jabatan]</a:t>
            </a:r>
          </a:p>
        </p:txBody>
      </p:sp>
      <p:sp>
        <p:nvSpPr>
          <p:cNvPr id="12" name="Instansi pembicara 2"/>
          <p:cNvSpPr>
            <a:spLocks xmlns:a="http://schemas.openxmlformats.org/drawingml/2006/main" noGrp="1"/>
          </p:cNvSpPr>
          <p:nvPr>
            <p:ph type="body" idx="12" hasCustomPrompt="1"/>
          </p:nvPr>
        </p:nvSpPr>
        <p:spPr>
          <a:xfrm xmlns:a="http://schemas.openxmlformats.org/drawingml/2006/main">
            <a:off x="6324600" y="4067175"/>
            <a:ext cx="5257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[Unit kerja / instansi]</a:t>
            </a:r>
          </a:p>
        </p:txBody>
      </p:sp>
      <p:sp>
        <p:nvSpPr>
          <p:cNvPr id="13" name="Label materi 2"/>
          <p:cNvSpPr>
            <a:spLocks xmlns:a="http://schemas.openxmlformats.org/drawingml/2006/main" noGrp="1"/>
          </p:cNvSpPr>
          <p:nvPr>
            <p:ph type="body" idx="13" hasCustomPrompt="1"/>
          </p:nvPr>
        </p:nvSpPr>
        <p:spPr>
          <a:xfrm xmlns:a="http://schemas.openxmlformats.org/drawingml/2006/main">
            <a:off x="6324600" y="475297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MATERI</a:t>
            </a:r>
          </a:p>
        </p:txBody>
      </p:sp>
      <p:sp>
        <p:nvSpPr>
          <p:cNvPr id="14" name="Materi pembicara 2"/>
          <p:cNvSpPr>
            <a:spLocks xmlns:a="http://schemas.openxmlformats.org/drawingml/2006/main" noGrp="1"/>
          </p:cNvSpPr>
          <p:nvPr>
            <p:ph type="body" idx="14" hasCustomPrompt="1"/>
          </p:nvPr>
        </p:nvSpPr>
        <p:spPr>
          <a:xfrm xmlns:a="http://schemas.openxmlformats.org/drawingml/2006/main">
            <a:off x="6324600" y="5124450"/>
            <a:ext cx="5257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011627"/>
                </a:solidFill>
                <a:latin typeface="Space Grotesk"/>
                <a:ea typeface="Space Grotesk"/>
                <a:cs typeface="Space Grotesk"/>
              </a:defRPr>
            </a:pPr>
            <a:r>
              <a:rPr sz="2100" b="0">
                <a:solidFill>
                  <a:srgbClr val="011627"/>
                </a:solidFill>
                <a:latin typeface="Space Grotesk"/>
                <a:ea typeface="Space Grotesk"/>
                <a:cs typeface="Space Grotesk"/>
              </a:rPr>
              <a:t>[Topik pembicara 2]</a:t>
            </a:r>
          </a:p>
        </p:txBody>
      </p:sp>
      <p:sp>
        <p:nvSpPr>
          <p:cNvPr id="15"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E4142F21-0FAC-44E7-85A2-4A0B21E485A3}"/>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16" name="Klasifikasi dokumen">
            <a:extLst xmlns:a="http://schemas.openxmlformats.org/drawingml/2006/main">
              <a:ext uri="{FF2B5EF4-FFF2-40B4-BE49-F238E27FC236}">
                <a16:creationId xmlns:a16="http://schemas.microsoft.com/office/drawing/2014/main" id="{9426A769-76A5-4DDD-B164-B75588110300}"/>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17" name="Nomor slide">
            <a:extLst xmlns:a="http://schemas.openxmlformats.org/drawingml/2006/main">
              <a:ext uri="{FF2B5EF4-FFF2-40B4-BE49-F238E27FC236}">
                <a16:creationId xmlns:a16="http://schemas.microsoft.com/office/drawing/2014/main" id="{CC5DC90F-4B7A-4BBB-928C-31E0EF53B65B}"/>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27</a:t>
            </a:fld>
          </a:p>
        </p:txBody>
      </p:sp>
    </p:spTree>
    <p:extLst>
      <p:ext uri="{BB962C8B-B14F-4D97-AF65-F5344CB8AC3E}">
        <p14:creationId xmlns:p14="http://schemas.microsoft.com/office/powerpoint/2010/main" val="602947508"/>
      </p:ext>
    </p:extLst>
  </p:cSld>
</p:sld>
</file>

<file path=ppt/slides/slide28.xml><?xml version="1.0" encoding="utf-8"?>
<p:sld xmlns:p="http://schemas.openxmlformats.org/presentationml/2006/main">
  <p:cSld name="Panel tiga pembicara">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Panel diskusi</a:t>
            </a:r>
          </a:p>
        </p:txBody>
      </p:sp>
      <p:sp>
        <p:nvSpPr>
          <p:cNvPr id="3" name="Bagian">
            <a:extLst xmlns:a="http://schemas.openxmlformats.org/drawingml/2006/main">
              <a:ext uri="{FF2B5EF4-FFF2-40B4-BE49-F238E27FC236}">
                <a16:creationId xmlns:a16="http://schemas.microsoft.com/office/drawing/2014/main" id="{11A9C0D7-D1B9-4A4A-AD80-59B0E4334CA8}"/>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PANEL DISKUSI</a:t>
            </a:r>
          </a:p>
        </p:txBody>
      </p:sp>
      <p:sp>
        <p:nvSpPr>
          <p:cNvPr id="4"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[Tema diskusi]</a:t>
            </a:r>
          </a:p>
        </p:txBody>
      </p:sp>
      <p:sp>
        <p:nvSpPr>
          <p:cNvPr id="5" name="Foto pembicara 1"/>
          <p:cNvSpPr>
            <a:spLocks xmlns:a="http://schemas.openxmlformats.org/drawingml/2006/main" noGrp="1"/>
          </p:cNvSpPr>
          <p:nvPr>
            <p:ph type="pic" idx="5" hasCustomPrompt="1"/>
          </p:nvPr>
        </p:nvSpPr>
        <p:spPr>
          <a:xfrm xmlns:a="http://schemas.openxmlformats.org/drawingml/2006/main">
            <a:off x="609600" y="2667000"/>
            <a:ext cx="1295400" cy="14478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6" name="Urutan pembicara 1"/>
          <p:cNvSpPr>
            <a:spLocks xmlns:a="http://schemas.openxmlformats.org/drawingml/2006/main" noGrp="1"/>
          </p:cNvSpPr>
          <p:nvPr>
            <p:ph type="body" idx="6" hasCustomPrompt="1"/>
          </p:nvPr>
        </p:nvSpPr>
        <p:spPr>
          <a:xfrm xmlns:a="http://schemas.openxmlformats.org/drawingml/2006/main">
            <a:off x="2133600" y="2781300"/>
            <a:ext cx="198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PEMBICARA 1</a:t>
            </a:r>
          </a:p>
        </p:txBody>
      </p:sp>
      <p:sp>
        <p:nvSpPr>
          <p:cNvPr id="7" name="Topik pembicara 1"/>
          <p:cNvSpPr>
            <a:spLocks xmlns:a="http://schemas.openxmlformats.org/drawingml/2006/main" noGrp="1"/>
          </p:cNvSpPr>
          <p:nvPr>
            <p:ph type="body" idx="7" hasCustomPrompt="1"/>
          </p:nvPr>
        </p:nvSpPr>
        <p:spPr>
          <a:xfrm xmlns:a="http://schemas.openxmlformats.org/drawingml/2006/main">
            <a:off x="2133600" y="3209925"/>
            <a:ext cx="1981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[Topik / bidang]</a:t>
            </a:r>
          </a:p>
        </p:txBody>
      </p:sp>
      <p:sp>
        <p:nvSpPr>
          <p:cNvPr id="8" name="Nama pembicara 1"/>
          <p:cNvSpPr>
            <a:spLocks xmlns:a="http://schemas.openxmlformats.org/drawingml/2006/main" noGrp="1"/>
          </p:cNvSpPr>
          <p:nvPr>
            <p:ph type="body" idx="8" hasCustomPrompt="1"/>
          </p:nvPr>
        </p:nvSpPr>
        <p:spPr>
          <a:xfrm xmlns:a="http://schemas.openxmlformats.org/drawingml/2006/main">
            <a:off x="609600" y="432435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11627"/>
                </a:solidFill>
                <a:latin typeface="Space Grotesk"/>
                <a:ea typeface="Space Grotesk"/>
                <a:cs typeface="Space Grotesk"/>
              </a:defRPr>
            </a:pPr>
            <a:r>
              <a:rPr sz="2100" b="1">
                <a:solidFill>
                  <a:srgbClr val="011627"/>
                </a:solidFill>
                <a:latin typeface="Space Grotesk"/>
                <a:ea typeface="Space Grotesk"/>
                <a:cs typeface="Space Grotesk"/>
              </a:rPr>
              <a:t>[Nama pembicara 1]</a:t>
            </a:r>
          </a:p>
        </p:txBody>
      </p:sp>
      <p:sp>
        <p:nvSpPr>
          <p:cNvPr id="9" name="Jabatan pembicara 1"/>
          <p:cNvSpPr>
            <a:spLocks xmlns:a="http://schemas.openxmlformats.org/drawingml/2006/main" noGrp="1"/>
          </p:cNvSpPr>
          <p:nvPr>
            <p:ph type="body" idx="9" hasCustomPrompt="1"/>
          </p:nvPr>
        </p:nvSpPr>
        <p:spPr>
          <a:xfrm xmlns:a="http://schemas.openxmlformats.org/drawingml/2006/main">
            <a:off x="609600" y="48101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a:t>
            </a:r>
          </a:p>
        </p:txBody>
      </p:sp>
      <p:sp>
        <p:nvSpPr>
          <p:cNvPr id="10" name="Instansi pembicara 1"/>
          <p:cNvSpPr>
            <a:spLocks xmlns:a="http://schemas.openxmlformats.org/drawingml/2006/main" noGrp="1"/>
          </p:cNvSpPr>
          <p:nvPr>
            <p:ph type="body" idx="10" hasCustomPrompt="1"/>
          </p:nvPr>
        </p:nvSpPr>
        <p:spPr>
          <a:xfrm xmlns:a="http://schemas.openxmlformats.org/drawingml/2006/main">
            <a:off x="609600" y="52292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[Instansi]</a:t>
            </a:r>
          </a:p>
        </p:txBody>
      </p:sp>
      <p:sp>
        <p:nvSpPr>
          <p:cNvPr id="11" name="Foto pembicara 2"/>
          <p:cNvSpPr>
            <a:spLocks xmlns:a="http://schemas.openxmlformats.org/drawingml/2006/main" noGrp="1"/>
          </p:cNvSpPr>
          <p:nvPr>
            <p:ph type="pic" idx="11" hasCustomPrompt="1"/>
          </p:nvPr>
        </p:nvSpPr>
        <p:spPr>
          <a:xfrm xmlns:a="http://schemas.openxmlformats.org/drawingml/2006/main">
            <a:off x="4343400" y="2667000"/>
            <a:ext cx="1295400" cy="14478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2" name="Urutan pembicara 2"/>
          <p:cNvSpPr>
            <a:spLocks xmlns:a="http://schemas.openxmlformats.org/drawingml/2006/main" noGrp="1"/>
          </p:cNvSpPr>
          <p:nvPr>
            <p:ph type="body" idx="12" hasCustomPrompt="1"/>
          </p:nvPr>
        </p:nvSpPr>
        <p:spPr>
          <a:xfrm xmlns:a="http://schemas.openxmlformats.org/drawingml/2006/main">
            <a:off x="5867400" y="2781300"/>
            <a:ext cx="198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PEMBICARA 2</a:t>
            </a:r>
          </a:p>
        </p:txBody>
      </p:sp>
      <p:sp>
        <p:nvSpPr>
          <p:cNvPr id="13" name="Topik pembicara 2"/>
          <p:cNvSpPr>
            <a:spLocks xmlns:a="http://schemas.openxmlformats.org/drawingml/2006/main" noGrp="1"/>
          </p:cNvSpPr>
          <p:nvPr>
            <p:ph type="body" idx="13" hasCustomPrompt="1"/>
          </p:nvPr>
        </p:nvSpPr>
        <p:spPr>
          <a:xfrm xmlns:a="http://schemas.openxmlformats.org/drawingml/2006/main">
            <a:off x="5867400" y="3209925"/>
            <a:ext cx="1981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[Topik / bidang]</a:t>
            </a:r>
          </a:p>
        </p:txBody>
      </p:sp>
      <p:sp>
        <p:nvSpPr>
          <p:cNvPr id="14" name="Nama pembicara 2"/>
          <p:cNvSpPr>
            <a:spLocks xmlns:a="http://schemas.openxmlformats.org/drawingml/2006/main" noGrp="1"/>
          </p:cNvSpPr>
          <p:nvPr>
            <p:ph type="body" idx="14" hasCustomPrompt="1"/>
          </p:nvPr>
        </p:nvSpPr>
        <p:spPr>
          <a:xfrm xmlns:a="http://schemas.openxmlformats.org/drawingml/2006/main">
            <a:off x="4343400" y="432435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11627"/>
                </a:solidFill>
                <a:latin typeface="Space Grotesk"/>
                <a:ea typeface="Space Grotesk"/>
                <a:cs typeface="Space Grotesk"/>
              </a:defRPr>
            </a:pPr>
            <a:r>
              <a:rPr sz="2100" b="1">
                <a:solidFill>
                  <a:srgbClr val="011627"/>
                </a:solidFill>
                <a:latin typeface="Space Grotesk"/>
                <a:ea typeface="Space Grotesk"/>
                <a:cs typeface="Space Grotesk"/>
              </a:rPr>
              <a:t>[Nama pembicara 2]</a:t>
            </a:r>
          </a:p>
        </p:txBody>
      </p:sp>
      <p:sp>
        <p:nvSpPr>
          <p:cNvPr id="15" name="Jabatan pembicara 2"/>
          <p:cNvSpPr>
            <a:spLocks xmlns:a="http://schemas.openxmlformats.org/drawingml/2006/main" noGrp="1"/>
          </p:cNvSpPr>
          <p:nvPr>
            <p:ph type="body" idx="15" hasCustomPrompt="1"/>
          </p:nvPr>
        </p:nvSpPr>
        <p:spPr>
          <a:xfrm xmlns:a="http://schemas.openxmlformats.org/drawingml/2006/main">
            <a:off x="4343400" y="48101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a:t>
            </a:r>
          </a:p>
        </p:txBody>
      </p:sp>
      <p:sp>
        <p:nvSpPr>
          <p:cNvPr id="16" name="Instansi pembicara 2"/>
          <p:cNvSpPr>
            <a:spLocks xmlns:a="http://schemas.openxmlformats.org/drawingml/2006/main" noGrp="1"/>
          </p:cNvSpPr>
          <p:nvPr>
            <p:ph type="body" idx="16" hasCustomPrompt="1"/>
          </p:nvPr>
        </p:nvSpPr>
        <p:spPr>
          <a:xfrm xmlns:a="http://schemas.openxmlformats.org/drawingml/2006/main">
            <a:off x="4343400" y="52292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[Instansi]</a:t>
            </a:r>
          </a:p>
        </p:txBody>
      </p:sp>
      <p:sp>
        <p:nvSpPr>
          <p:cNvPr id="17" name="Foto pembicara 3"/>
          <p:cNvSpPr>
            <a:spLocks xmlns:a="http://schemas.openxmlformats.org/drawingml/2006/main" noGrp="1"/>
          </p:cNvSpPr>
          <p:nvPr>
            <p:ph type="pic" idx="17" hasCustomPrompt="1"/>
          </p:nvPr>
        </p:nvSpPr>
        <p:spPr>
          <a:xfrm xmlns:a="http://schemas.openxmlformats.org/drawingml/2006/main">
            <a:off x="8077200" y="2667000"/>
            <a:ext cx="1295400" cy="1447800"/>
          </a:xfrm>
          <a:prstGeom xmlns:a="http://schemas.openxmlformats.org/drawingml/2006/main" prst="rect">
            <a:avLst/>
          </a:prstGeom>
          <a:noFill xmlns:a="http://schemas.openxmlformats.org/drawingml/2006/main"/>
          <a:ln xmlns:a="http://schemas.openxmlformats.org/drawingml/2006/main" w="9525">
            <a:solidFill>
              <a:srgbClr val="CED4DA"/>
            </a:solid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8" name="Urutan pembicara 3"/>
          <p:cNvSpPr>
            <a:spLocks xmlns:a="http://schemas.openxmlformats.org/drawingml/2006/main" noGrp="1"/>
          </p:cNvSpPr>
          <p:nvPr>
            <p:ph type="body" idx="18" hasCustomPrompt="1"/>
          </p:nvPr>
        </p:nvSpPr>
        <p:spPr>
          <a:xfrm xmlns:a="http://schemas.openxmlformats.org/drawingml/2006/main">
            <a:off x="9601200" y="2781300"/>
            <a:ext cx="198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4999"/>
                </a:solidFill>
                <a:latin typeface="Space Grotesk"/>
                <a:ea typeface="Space Grotesk"/>
                <a:cs typeface="Space Grotesk"/>
              </a:defRPr>
            </a:pPr>
            <a:r>
              <a:rPr sz="1350" b="1">
                <a:solidFill>
                  <a:srgbClr val="004999"/>
                </a:solidFill>
                <a:latin typeface="Space Grotesk"/>
                <a:ea typeface="Space Grotesk"/>
                <a:cs typeface="Space Grotesk"/>
              </a:rPr>
              <a:t>PEMBICARA 3</a:t>
            </a:r>
          </a:p>
        </p:txBody>
      </p:sp>
      <p:sp>
        <p:nvSpPr>
          <p:cNvPr id="19" name="Topik pembicara 3"/>
          <p:cNvSpPr>
            <a:spLocks xmlns:a="http://schemas.openxmlformats.org/drawingml/2006/main" noGrp="1"/>
          </p:cNvSpPr>
          <p:nvPr>
            <p:ph type="body" idx="19" hasCustomPrompt="1"/>
          </p:nvPr>
        </p:nvSpPr>
        <p:spPr>
          <a:xfrm xmlns:a="http://schemas.openxmlformats.org/drawingml/2006/main">
            <a:off x="9601200" y="3209925"/>
            <a:ext cx="1981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[Topik / bidang]</a:t>
            </a:r>
          </a:p>
        </p:txBody>
      </p:sp>
      <p:sp>
        <p:nvSpPr>
          <p:cNvPr id="20" name="Nama pembicara 3"/>
          <p:cNvSpPr>
            <a:spLocks xmlns:a="http://schemas.openxmlformats.org/drawingml/2006/main" noGrp="1"/>
          </p:cNvSpPr>
          <p:nvPr>
            <p:ph type="body" idx="20" hasCustomPrompt="1"/>
          </p:nvPr>
        </p:nvSpPr>
        <p:spPr>
          <a:xfrm xmlns:a="http://schemas.openxmlformats.org/drawingml/2006/main">
            <a:off x="8077200" y="432435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11627"/>
                </a:solidFill>
                <a:latin typeface="Space Grotesk"/>
                <a:ea typeface="Space Grotesk"/>
                <a:cs typeface="Space Grotesk"/>
              </a:defRPr>
            </a:pPr>
            <a:r>
              <a:rPr sz="2100" b="1">
                <a:solidFill>
                  <a:srgbClr val="011627"/>
                </a:solidFill>
                <a:latin typeface="Space Grotesk"/>
                <a:ea typeface="Space Grotesk"/>
                <a:cs typeface="Space Grotesk"/>
              </a:rPr>
              <a:t>[Nama pembicara 3]</a:t>
            </a:r>
          </a:p>
        </p:txBody>
      </p:sp>
      <p:sp>
        <p:nvSpPr>
          <p:cNvPr id="21" name="Jabatan pembicara 3"/>
          <p:cNvSpPr>
            <a:spLocks xmlns:a="http://schemas.openxmlformats.org/drawingml/2006/main" noGrp="1"/>
          </p:cNvSpPr>
          <p:nvPr>
            <p:ph type="body" idx="21" hasCustomPrompt="1"/>
          </p:nvPr>
        </p:nvSpPr>
        <p:spPr>
          <a:xfrm xmlns:a="http://schemas.openxmlformats.org/drawingml/2006/main">
            <a:off x="8077200" y="48101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a:t>
            </a:r>
          </a:p>
        </p:txBody>
      </p:sp>
      <p:sp>
        <p:nvSpPr>
          <p:cNvPr id="22" name="Instansi pembicara 3"/>
          <p:cNvSpPr>
            <a:spLocks xmlns:a="http://schemas.openxmlformats.org/drawingml/2006/main" noGrp="1"/>
          </p:cNvSpPr>
          <p:nvPr>
            <p:ph type="body" idx="22" hasCustomPrompt="1"/>
          </p:nvPr>
        </p:nvSpPr>
        <p:spPr>
          <a:xfrm xmlns:a="http://schemas.openxmlformats.org/drawingml/2006/main">
            <a:off x="8077200" y="5229225"/>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[Instansi]</a:t>
            </a:r>
          </a:p>
        </p:txBody>
      </p:sp>
      <p:sp>
        <p:nvSpPr>
          <p:cNvPr id="23" name="Moderator"/>
          <p:cNvSpPr>
            <a:spLocks xmlns:a="http://schemas.openxmlformats.org/drawingml/2006/main" noGrp="1"/>
          </p:cNvSpPr>
          <p:nvPr>
            <p:ph type="body" idx="23" hasCustomPrompt="1"/>
          </p:nvPr>
        </p:nvSpPr>
        <p:spPr>
          <a:xfrm xmlns:a="http://schemas.openxmlformats.org/drawingml/2006/main">
            <a:off x="609600" y="58293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11627"/>
                </a:solidFill>
                <a:latin typeface="Space Grotesk"/>
                <a:ea typeface="Space Grotesk"/>
                <a:cs typeface="Space Grotesk"/>
              </a:defRPr>
            </a:pPr>
            <a:r>
              <a:rPr sz="1650" b="0">
                <a:solidFill>
                  <a:srgbClr val="011627"/>
                </a:solidFill>
                <a:latin typeface="Space Grotesk"/>
                <a:ea typeface="Space Grotesk"/>
                <a:cs typeface="Space Grotesk"/>
              </a:rPr>
              <a:t>Moderator: [Nama lengkap]   [Jabatan / instansi]</a:t>
            </a:r>
          </a:p>
        </p:txBody>
      </p:sp>
      <p:sp>
        <p:nvSpPr>
          <p:cNvPr id="24"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E4142F21-0FAC-44E7-85A2-4A0B21E485A3}"/>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25" name="Klasifikasi dokumen">
            <a:extLst xmlns:a="http://schemas.openxmlformats.org/drawingml/2006/main">
              <a:ext uri="{FF2B5EF4-FFF2-40B4-BE49-F238E27FC236}">
                <a16:creationId xmlns:a16="http://schemas.microsoft.com/office/drawing/2014/main" id="{9426A769-76A5-4DDD-B164-B75588110300}"/>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26" name="Nomor slide">
            <a:extLst xmlns:a="http://schemas.openxmlformats.org/drawingml/2006/main">
              <a:ext uri="{FF2B5EF4-FFF2-40B4-BE49-F238E27FC236}">
                <a16:creationId xmlns:a16="http://schemas.microsoft.com/office/drawing/2014/main" id="{CC5DC90F-4B7A-4BBB-928C-31E0EF53B65B}"/>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28</a:t>
            </a:fld>
          </a:p>
        </p:txBody>
      </p:sp>
    </p:spTree>
    <p:extLst>
      <p:ext uri="{BB962C8B-B14F-4D97-AF65-F5344CB8AC3E}">
        <p14:creationId xmlns:p14="http://schemas.microsoft.com/office/powerpoint/2010/main" val="602947508"/>
      </p:ext>
    </p:extLst>
  </p:cSld>
</p:sld>
</file>

<file path=ppt/slides/slide29.xml><?xml version="1.0" encoding="utf-8"?>
<p:sld xmlns:p="http://schemas.openxmlformats.org/presentationml/2006/main">
  <p:cSld name="Tim penyusun enam anggota">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Tim penyusun</a:t>
            </a:r>
          </a:p>
        </p:txBody>
      </p:sp>
      <p:sp>
        <p:nvSpPr>
          <p:cNvPr id="3" name="Bagian">
            <a:extLst xmlns:a="http://schemas.openxmlformats.org/drawingml/2006/main">
              <a:ext uri="{FF2B5EF4-FFF2-40B4-BE49-F238E27FC236}">
                <a16:creationId xmlns:a16="http://schemas.microsoft.com/office/drawing/2014/main" id="{11A9C0D7-D1B9-4A4A-AD80-59B0E4334CA8}"/>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TIM PENYUSUN</a:t>
            </a:r>
          </a:p>
        </p:txBody>
      </p:sp>
      <p:sp>
        <p:nvSpPr>
          <p:cNvPr id="4"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[Nama tim / unit penanggung jawab]</a:t>
            </a:r>
          </a:p>
        </p:txBody>
      </p:sp>
      <p:sp>
        <p:nvSpPr>
          <p:cNvPr id="5" name="Nama anggota 1"/>
          <p:cNvSpPr>
            <a:spLocks xmlns:a="http://schemas.openxmlformats.org/drawingml/2006/main" noGrp="1"/>
          </p:cNvSpPr>
          <p:nvPr>
            <p:ph type="body" idx="5" hasCustomPrompt="1"/>
          </p:nvPr>
        </p:nvSpPr>
        <p:spPr>
          <a:xfrm xmlns:a="http://schemas.openxmlformats.org/drawingml/2006/main">
            <a:off x="609600" y="284797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1]</a:t>
            </a:r>
          </a:p>
        </p:txBody>
      </p:sp>
      <p:sp>
        <p:nvSpPr>
          <p:cNvPr id="6" name="Jabatan anggota 1"/>
          <p:cNvSpPr>
            <a:spLocks xmlns:a="http://schemas.openxmlformats.org/drawingml/2006/main" noGrp="1"/>
          </p:cNvSpPr>
          <p:nvPr>
            <p:ph type="body" idx="6" hasCustomPrompt="1"/>
          </p:nvPr>
        </p:nvSpPr>
        <p:spPr>
          <a:xfrm xmlns:a="http://schemas.openxmlformats.org/drawingml/2006/main">
            <a:off x="609600" y="33337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7" name="Kontribusi anggota 1"/>
          <p:cNvSpPr>
            <a:spLocks xmlns:a="http://schemas.openxmlformats.org/drawingml/2006/main" noGrp="1"/>
          </p:cNvSpPr>
          <p:nvPr>
            <p:ph type="body" idx="7" hasCustomPrompt="1"/>
          </p:nvPr>
        </p:nvSpPr>
        <p:spPr>
          <a:xfrm xmlns:a="http://schemas.openxmlformats.org/drawingml/2006/main">
            <a:off x="609600" y="372427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8" name="Nama anggota 2"/>
          <p:cNvSpPr>
            <a:spLocks xmlns:a="http://schemas.openxmlformats.org/drawingml/2006/main" noGrp="1"/>
          </p:cNvSpPr>
          <p:nvPr>
            <p:ph type="body" idx="8" hasCustomPrompt="1"/>
          </p:nvPr>
        </p:nvSpPr>
        <p:spPr>
          <a:xfrm xmlns:a="http://schemas.openxmlformats.org/drawingml/2006/main">
            <a:off x="4343400" y="284797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2]</a:t>
            </a:r>
          </a:p>
        </p:txBody>
      </p:sp>
      <p:sp>
        <p:nvSpPr>
          <p:cNvPr id="9" name="Jabatan anggota 2"/>
          <p:cNvSpPr>
            <a:spLocks xmlns:a="http://schemas.openxmlformats.org/drawingml/2006/main" noGrp="1"/>
          </p:cNvSpPr>
          <p:nvPr>
            <p:ph type="body" idx="9" hasCustomPrompt="1"/>
          </p:nvPr>
        </p:nvSpPr>
        <p:spPr>
          <a:xfrm xmlns:a="http://schemas.openxmlformats.org/drawingml/2006/main">
            <a:off x="4343400" y="33337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10" name="Kontribusi anggota 2"/>
          <p:cNvSpPr>
            <a:spLocks xmlns:a="http://schemas.openxmlformats.org/drawingml/2006/main" noGrp="1"/>
          </p:cNvSpPr>
          <p:nvPr>
            <p:ph type="body" idx="10" hasCustomPrompt="1"/>
          </p:nvPr>
        </p:nvSpPr>
        <p:spPr>
          <a:xfrm xmlns:a="http://schemas.openxmlformats.org/drawingml/2006/main">
            <a:off x="4343400" y="372427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11" name="Nama anggota 3"/>
          <p:cNvSpPr>
            <a:spLocks xmlns:a="http://schemas.openxmlformats.org/drawingml/2006/main" noGrp="1"/>
          </p:cNvSpPr>
          <p:nvPr>
            <p:ph type="body" idx="11" hasCustomPrompt="1"/>
          </p:nvPr>
        </p:nvSpPr>
        <p:spPr>
          <a:xfrm xmlns:a="http://schemas.openxmlformats.org/drawingml/2006/main">
            <a:off x="8077200" y="284797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3]</a:t>
            </a:r>
          </a:p>
        </p:txBody>
      </p:sp>
      <p:sp>
        <p:nvSpPr>
          <p:cNvPr id="12" name="Jabatan anggota 3"/>
          <p:cNvSpPr>
            <a:spLocks xmlns:a="http://schemas.openxmlformats.org/drawingml/2006/main" noGrp="1"/>
          </p:cNvSpPr>
          <p:nvPr>
            <p:ph type="body" idx="12" hasCustomPrompt="1"/>
          </p:nvPr>
        </p:nvSpPr>
        <p:spPr>
          <a:xfrm xmlns:a="http://schemas.openxmlformats.org/drawingml/2006/main">
            <a:off x="8077200" y="33337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13" name="Kontribusi anggota 3"/>
          <p:cNvSpPr>
            <a:spLocks xmlns:a="http://schemas.openxmlformats.org/drawingml/2006/main" noGrp="1"/>
          </p:cNvSpPr>
          <p:nvPr>
            <p:ph type="body" idx="13" hasCustomPrompt="1"/>
          </p:nvPr>
        </p:nvSpPr>
        <p:spPr>
          <a:xfrm xmlns:a="http://schemas.openxmlformats.org/drawingml/2006/main">
            <a:off x="8077200" y="372427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14" name="Nama anggota 4"/>
          <p:cNvSpPr>
            <a:spLocks xmlns:a="http://schemas.openxmlformats.org/drawingml/2006/main" noGrp="1"/>
          </p:cNvSpPr>
          <p:nvPr>
            <p:ph type="body" idx="14" hasCustomPrompt="1"/>
          </p:nvPr>
        </p:nvSpPr>
        <p:spPr>
          <a:xfrm xmlns:a="http://schemas.openxmlformats.org/drawingml/2006/main">
            <a:off x="609600" y="450532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4]</a:t>
            </a:r>
          </a:p>
        </p:txBody>
      </p:sp>
      <p:sp>
        <p:nvSpPr>
          <p:cNvPr id="15" name="Jabatan anggota 4"/>
          <p:cNvSpPr>
            <a:spLocks xmlns:a="http://schemas.openxmlformats.org/drawingml/2006/main" noGrp="1"/>
          </p:cNvSpPr>
          <p:nvPr>
            <p:ph type="body" idx="15" hasCustomPrompt="1"/>
          </p:nvPr>
        </p:nvSpPr>
        <p:spPr>
          <a:xfrm xmlns:a="http://schemas.openxmlformats.org/drawingml/2006/main">
            <a:off x="609600" y="49911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16" name="Kontribusi anggota 4"/>
          <p:cNvSpPr>
            <a:spLocks xmlns:a="http://schemas.openxmlformats.org/drawingml/2006/main" noGrp="1"/>
          </p:cNvSpPr>
          <p:nvPr>
            <p:ph type="body" idx="16" hasCustomPrompt="1"/>
          </p:nvPr>
        </p:nvSpPr>
        <p:spPr>
          <a:xfrm xmlns:a="http://schemas.openxmlformats.org/drawingml/2006/main">
            <a:off x="609600" y="538162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17" name="Nama anggota 5"/>
          <p:cNvSpPr>
            <a:spLocks xmlns:a="http://schemas.openxmlformats.org/drawingml/2006/main" noGrp="1"/>
          </p:cNvSpPr>
          <p:nvPr>
            <p:ph type="body" idx="17" hasCustomPrompt="1"/>
          </p:nvPr>
        </p:nvSpPr>
        <p:spPr>
          <a:xfrm xmlns:a="http://schemas.openxmlformats.org/drawingml/2006/main">
            <a:off x="4343400" y="450532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5]</a:t>
            </a:r>
          </a:p>
        </p:txBody>
      </p:sp>
      <p:sp>
        <p:nvSpPr>
          <p:cNvPr id="18" name="Jabatan anggota 5"/>
          <p:cNvSpPr>
            <a:spLocks xmlns:a="http://schemas.openxmlformats.org/drawingml/2006/main" noGrp="1"/>
          </p:cNvSpPr>
          <p:nvPr>
            <p:ph type="body" idx="18" hasCustomPrompt="1"/>
          </p:nvPr>
        </p:nvSpPr>
        <p:spPr>
          <a:xfrm xmlns:a="http://schemas.openxmlformats.org/drawingml/2006/main">
            <a:off x="4343400" y="49911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19" name="Kontribusi anggota 5"/>
          <p:cNvSpPr>
            <a:spLocks xmlns:a="http://schemas.openxmlformats.org/drawingml/2006/main" noGrp="1"/>
          </p:cNvSpPr>
          <p:nvPr>
            <p:ph type="body" idx="19" hasCustomPrompt="1"/>
          </p:nvPr>
        </p:nvSpPr>
        <p:spPr>
          <a:xfrm xmlns:a="http://schemas.openxmlformats.org/drawingml/2006/main">
            <a:off x="4343400" y="538162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20" name="Nama anggota 6"/>
          <p:cNvSpPr>
            <a:spLocks xmlns:a="http://schemas.openxmlformats.org/drawingml/2006/main" noGrp="1"/>
          </p:cNvSpPr>
          <p:nvPr>
            <p:ph type="body" idx="20" hasCustomPrompt="1"/>
          </p:nvPr>
        </p:nvSpPr>
        <p:spPr>
          <a:xfrm xmlns:a="http://schemas.openxmlformats.org/drawingml/2006/main">
            <a:off x="8077200" y="4505325"/>
            <a:ext cx="350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11627"/>
                </a:solidFill>
                <a:latin typeface="Space Grotesk"/>
                <a:ea typeface="Space Grotesk"/>
                <a:cs typeface="Space Grotesk"/>
              </a:defRPr>
            </a:pPr>
            <a:r>
              <a:rPr sz="2250" b="1">
                <a:solidFill>
                  <a:srgbClr val="011627"/>
                </a:solidFill>
                <a:latin typeface="Space Grotesk"/>
                <a:ea typeface="Space Grotesk"/>
                <a:cs typeface="Space Grotesk"/>
              </a:rPr>
              <a:t>[Nama anggota 6]</a:t>
            </a:r>
          </a:p>
        </p:txBody>
      </p:sp>
      <p:sp>
        <p:nvSpPr>
          <p:cNvPr id="21" name="Jabatan anggota 6"/>
          <p:cNvSpPr>
            <a:spLocks xmlns:a="http://schemas.openxmlformats.org/drawingml/2006/main" noGrp="1"/>
          </p:cNvSpPr>
          <p:nvPr>
            <p:ph type="body" idx="21" hasCustomPrompt="1"/>
          </p:nvPr>
        </p:nvSpPr>
        <p:spPr>
          <a:xfrm xmlns:a="http://schemas.openxmlformats.org/drawingml/2006/main">
            <a:off x="8077200" y="49911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04999"/>
                </a:solidFill>
                <a:latin typeface="Space Grotesk"/>
                <a:ea typeface="Space Grotesk"/>
                <a:cs typeface="Space Grotesk"/>
              </a:defRPr>
            </a:pPr>
            <a:r>
              <a:rPr sz="1800" b="0">
                <a:solidFill>
                  <a:srgbClr val="004999"/>
                </a:solidFill>
                <a:latin typeface="Space Grotesk"/>
                <a:ea typeface="Space Grotesk"/>
                <a:cs typeface="Space Grotesk"/>
              </a:rPr>
              <a:t>[Jabatan / unit]</a:t>
            </a:r>
          </a:p>
        </p:txBody>
      </p:sp>
      <p:sp>
        <p:nvSpPr>
          <p:cNvPr id="22" name="Kontribusi anggota 6"/>
          <p:cNvSpPr>
            <a:spLocks xmlns:a="http://schemas.openxmlformats.org/drawingml/2006/main" noGrp="1"/>
          </p:cNvSpPr>
          <p:nvPr>
            <p:ph type="body" idx="22" hasCustomPrompt="1"/>
          </p:nvPr>
        </p:nvSpPr>
        <p:spPr>
          <a:xfrm xmlns:a="http://schemas.openxmlformats.org/drawingml/2006/main">
            <a:off x="8077200" y="5381625"/>
            <a:ext cx="350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[Kontribusi dalam penyusunan]</a:t>
            </a:r>
          </a:p>
        </p:txBody>
      </p:sp>
      <p:sp>
        <p:nvSpPr>
          <p:cNvPr id="23"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E4142F21-0FAC-44E7-85A2-4A0B21E485A3}"/>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24" name="Klasifikasi dokumen">
            <a:extLst xmlns:a="http://schemas.openxmlformats.org/drawingml/2006/main">
              <a:ext uri="{FF2B5EF4-FFF2-40B4-BE49-F238E27FC236}">
                <a16:creationId xmlns:a16="http://schemas.microsoft.com/office/drawing/2014/main" id="{9426A769-76A5-4DDD-B164-B75588110300}"/>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25" name="Nomor slide">
            <a:extLst xmlns:a="http://schemas.openxmlformats.org/drawingml/2006/main">
              <a:ext uri="{FF2B5EF4-FFF2-40B4-BE49-F238E27FC236}">
                <a16:creationId xmlns:a16="http://schemas.microsoft.com/office/drawing/2014/main" id="{CC5DC90F-4B7A-4BBB-928C-31E0EF53B65B}"/>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29</a:t>
            </a:fld>
          </a:p>
        </p:txBody>
      </p:sp>
    </p:spTree>
    <p:extLst>
      <p:ext uri="{BB962C8B-B14F-4D97-AF65-F5344CB8AC3E}">
        <p14:creationId xmlns:p14="http://schemas.microsoft.com/office/powerpoint/2010/main" val="602947508"/>
      </p:ext>
    </p:extLst>
  </p:cSld>
</p:sld>
</file>

<file path=ppt/slides/slide30.xml><?xml version="1.0" encoding="utf-8"?>
<p:sld xmlns:p="http://schemas.openxmlformats.org/presentationml/2006/main">
  <p:cSld name="Penyaji dan kontribusi tim">
    <p:bg>
      <p:bgPr>
        <a:solidFill xmlns:a="http://schemas.openxmlformats.org/drawingml/2006/main">
          <a:srgbClr val="F0F1F1"/>
        </a:solidFill>
      </p:bgPr>
    </p:bg>
    <p:spTree>
      <p:nvGrpSpPr>
        <p:cNvPr id="1" name=""/>
        <p:cNvGrpSpPr/>
        <p:nvPr/>
      </p:nvGrpSpPr>
      <p:grpSpPr>
        <a:xfrm xmlns:a="http://schemas.openxmlformats.org/drawingml/2006/main"/>
      </p:grpSpPr>
      <p:sp>
        <p:nvSpPr>
          <p:cNvPr id="2" name="Judul slide"/>
          <p:cNvSpPr>
            <a:spLocks xmlns:a="http://schemas.openxmlformats.org/drawingml/2006/main" noGrp="1"/>
          </p:cNvSpPr>
          <p:nvPr>
            <p:ph type="title" idx="0" hasCustomPrompt="1"/>
          </p:nvPr>
        </p:nvSpPr>
        <p:spPr>
          <a:xfrm xmlns:a="http://schemas.openxmlformats.org/drawingml/2006/main">
            <a:off x="609600" y="10287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011627"/>
                </a:solidFill>
                <a:latin typeface="Space Grotesk"/>
                <a:ea typeface="Space Grotesk"/>
                <a:cs typeface="Space Grotesk"/>
              </a:defRPr>
            </a:pPr>
            <a:r>
              <a:rPr sz="3300" b="1">
                <a:solidFill>
                  <a:srgbClr val="011627"/>
                </a:solidFill>
                <a:latin typeface="Space Grotesk"/>
                <a:ea typeface="Space Grotesk"/>
                <a:cs typeface="Space Grotesk"/>
              </a:rPr>
              <a:t>Penyaji dan tim penyusun</a:t>
            </a:r>
          </a:p>
        </p:txBody>
      </p:sp>
      <p:sp>
        <p:nvSpPr>
          <p:cNvPr id="3" name="Bagian">
            <a:extLst xmlns:a="http://schemas.openxmlformats.org/drawingml/2006/main">
              <a:ext uri="{FF2B5EF4-FFF2-40B4-BE49-F238E27FC236}">
                <a16:creationId xmlns:a16="http://schemas.microsoft.com/office/drawing/2014/main" id="{11A9C0D7-D1B9-4A4A-AD80-59B0E4334CA8}"/>
              </a:ext>
            </a:extLst>
          </p:cNvPr>
          <p:cNvSpPr>
            <a:spLocks xmlns:a="http://schemas.openxmlformats.org/drawingml/2006/main" noGrp="1"/>
          </p:cNvSpPr>
          <p:nvPr>
            <p:ph type="body" idx="2" hasCustomPrompt="1"/>
          </p:nvPr>
        </p:nvSpPr>
        <p:spPr>
          <a:xfrm xmlns:a="http://schemas.openxmlformats.org/drawingml/2006/main">
            <a:off x="609600" y="4000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lang="id-ID">
                <a:solidFill>
                  <a:srgbClr val="006C34"/>
                </a:solidFill>
                <a:latin typeface="Space Grotesk"/>
                <a:ea typeface="Space Grotesk"/>
                <a:cs typeface="Space Grotesk"/>
              </a:defRPr>
            </a:pPr>
            <a:r>
              <a:rPr sz="1350" b="1" lang="id-ID">
                <a:solidFill>
                  <a:srgbClr val="006C34"/>
                </a:solidFill>
                <a:latin typeface="Space Grotesk"/>
                <a:ea typeface="Space Grotesk"/>
                <a:cs typeface="Space Grotesk"/>
              </a:rPr>
              <a:t>PENYUSUNAN MATERI</a:t>
            </a:r>
          </a:p>
        </p:txBody>
      </p:sp>
      <p:sp>
        <p:nvSpPr>
          <p:cNvPr id="4" name="Konteks"/>
          <p:cNvSpPr>
            <a:spLocks xmlns:a="http://schemas.openxmlformats.org/drawingml/2006/main" noGrp="1"/>
          </p:cNvSpPr>
          <p:nvPr>
            <p:ph type="subTitle" idx="1" hasCustomPrompt="1"/>
          </p:nvPr>
        </p:nvSpPr>
        <p:spPr>
          <a:xfrm xmlns:a="http://schemas.openxmlformats.org/drawingml/2006/main">
            <a:off x="609600" y="200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679"/>
                </a:solidFill>
                <a:latin typeface="Space Grotesk"/>
                <a:ea typeface="Space Grotesk"/>
                <a:cs typeface="Space Grotesk"/>
              </a:defRPr>
            </a:pPr>
            <a:r>
              <a:rPr sz="1800" b="0">
                <a:solidFill>
                  <a:srgbClr val="536679"/>
                </a:solidFill>
                <a:latin typeface="Space Grotesk"/>
                <a:ea typeface="Space Grotesk"/>
                <a:cs typeface="Space Grotesk"/>
              </a:rPr>
              <a:t>[Judul presentasi / nama kegiatan]</a:t>
            </a:r>
          </a:p>
        </p:txBody>
      </p:sp>
      <p:sp>
        <p:nvSpPr>
          <p:cNvPr id="5" name="Peran 1"/>
          <p:cNvSpPr>
            <a:spLocks xmlns:a="http://schemas.openxmlformats.org/drawingml/2006/main" noGrp="1"/>
          </p:cNvSpPr>
          <p:nvPr>
            <p:ph type="body" idx="5" hasCustomPrompt="1"/>
          </p:nvPr>
        </p:nvSpPr>
        <p:spPr>
          <a:xfrm xmlns:a="http://schemas.openxmlformats.org/drawingml/2006/main">
            <a:off x="609600" y="27241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Penyaji</a:t>
            </a:r>
          </a:p>
        </p:txBody>
      </p:sp>
      <p:sp>
        <p:nvSpPr>
          <p:cNvPr id="6" name="Nama untuk peran 1"/>
          <p:cNvSpPr>
            <a:spLocks xmlns:a="http://schemas.openxmlformats.org/drawingml/2006/main" noGrp="1"/>
          </p:cNvSpPr>
          <p:nvPr>
            <p:ph type="body" idx="6" hasCustomPrompt="1"/>
          </p:nvPr>
        </p:nvSpPr>
        <p:spPr>
          <a:xfrm xmlns:a="http://schemas.openxmlformats.org/drawingml/2006/main">
            <a:off x="4057650" y="272415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penyaji]</a:t>
            </a:r>
          </a:p>
        </p:txBody>
      </p:sp>
      <p:sp>
        <p:nvSpPr>
          <p:cNvPr id="7" name="Unit untuk peran 1"/>
          <p:cNvSpPr>
            <a:spLocks xmlns:a="http://schemas.openxmlformats.org/drawingml/2006/main" noGrp="1"/>
          </p:cNvSpPr>
          <p:nvPr>
            <p:ph type="body" idx="7" hasCustomPrompt="1"/>
          </p:nvPr>
        </p:nvSpPr>
        <p:spPr>
          <a:xfrm xmlns:a="http://schemas.openxmlformats.org/drawingml/2006/main">
            <a:off x="8724900" y="27241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[Jabatan / instansi]</a:t>
            </a:r>
          </a:p>
        </p:txBody>
      </p:sp>
      <p:sp>
        <p:nvSpPr>
          <p:cNvPr id="8" name="Peran 2"/>
          <p:cNvSpPr>
            <a:spLocks xmlns:a="http://schemas.openxmlformats.org/drawingml/2006/main" noGrp="1"/>
          </p:cNvSpPr>
          <p:nvPr>
            <p:ph type="body" idx="8" hasCustomPrompt="1"/>
          </p:nvPr>
        </p:nvSpPr>
        <p:spPr>
          <a:xfrm xmlns:a="http://schemas.openxmlformats.org/drawingml/2006/main">
            <a:off x="609600" y="32766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Koordinator penyusunan</a:t>
            </a:r>
          </a:p>
        </p:txBody>
      </p:sp>
      <p:sp>
        <p:nvSpPr>
          <p:cNvPr id="9" name="Nama untuk peran 2"/>
          <p:cNvSpPr>
            <a:spLocks xmlns:a="http://schemas.openxmlformats.org/drawingml/2006/main" noGrp="1"/>
          </p:cNvSpPr>
          <p:nvPr>
            <p:ph type="body" idx="9" hasCustomPrompt="1"/>
          </p:nvPr>
        </p:nvSpPr>
        <p:spPr>
          <a:xfrm xmlns:a="http://schemas.openxmlformats.org/drawingml/2006/main">
            <a:off x="4057650" y="32766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koordinator]</a:t>
            </a:r>
          </a:p>
        </p:txBody>
      </p:sp>
      <p:sp>
        <p:nvSpPr>
          <p:cNvPr id="10" name="Unit untuk peran 2"/>
          <p:cNvSpPr>
            <a:spLocks xmlns:a="http://schemas.openxmlformats.org/drawingml/2006/main" noGrp="1"/>
          </p:cNvSpPr>
          <p:nvPr>
            <p:ph type="body" idx="10" hasCustomPrompt="1"/>
          </p:nvPr>
        </p:nvSpPr>
        <p:spPr>
          <a:xfrm xmlns:a="http://schemas.openxmlformats.org/drawingml/2006/main">
            <a:off x="8724900" y="3276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[Unit kerja]</a:t>
            </a:r>
          </a:p>
        </p:txBody>
      </p:sp>
      <p:sp>
        <p:nvSpPr>
          <p:cNvPr id="11" name="Peran 3"/>
          <p:cNvSpPr>
            <a:spLocks xmlns:a="http://schemas.openxmlformats.org/drawingml/2006/main" noGrp="1"/>
          </p:cNvSpPr>
          <p:nvPr>
            <p:ph type="body" idx="11" hasCustomPrompt="1"/>
          </p:nvPr>
        </p:nvSpPr>
        <p:spPr>
          <a:xfrm xmlns:a="http://schemas.openxmlformats.org/drawingml/2006/main">
            <a:off x="609600" y="38290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Penyusun materi</a:t>
            </a:r>
          </a:p>
        </p:txBody>
      </p:sp>
      <p:sp>
        <p:nvSpPr>
          <p:cNvPr id="12" name="Nama untuk peran 3"/>
          <p:cNvSpPr>
            <a:spLocks xmlns:a="http://schemas.openxmlformats.org/drawingml/2006/main" noGrp="1"/>
          </p:cNvSpPr>
          <p:nvPr>
            <p:ph type="body" idx="12" hasCustomPrompt="1"/>
          </p:nvPr>
        </p:nvSpPr>
        <p:spPr>
          <a:xfrm xmlns:a="http://schemas.openxmlformats.org/drawingml/2006/main">
            <a:off x="4057650" y="382905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anggota / tim]</a:t>
            </a:r>
          </a:p>
        </p:txBody>
      </p:sp>
      <p:sp>
        <p:nvSpPr>
          <p:cNvPr id="13" name="Unit untuk peran 3"/>
          <p:cNvSpPr>
            <a:spLocks xmlns:a="http://schemas.openxmlformats.org/drawingml/2006/main" noGrp="1"/>
          </p:cNvSpPr>
          <p:nvPr>
            <p:ph type="body" idx="13" hasCustomPrompt="1"/>
          </p:nvPr>
        </p:nvSpPr>
        <p:spPr>
          <a:xfrm xmlns:a="http://schemas.openxmlformats.org/drawingml/2006/main">
            <a:off x="8724900" y="38290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[Unit kerja]</a:t>
            </a:r>
          </a:p>
        </p:txBody>
      </p:sp>
      <p:sp>
        <p:nvSpPr>
          <p:cNvPr id="14" name="Peran 4"/>
          <p:cNvSpPr>
            <a:spLocks xmlns:a="http://schemas.openxmlformats.org/drawingml/2006/main" noGrp="1"/>
          </p:cNvSpPr>
          <p:nvPr>
            <p:ph type="body" idx="14" hasCustomPrompt="1"/>
          </p:nvPr>
        </p:nvSpPr>
        <p:spPr>
          <a:xfrm xmlns:a="http://schemas.openxmlformats.org/drawingml/2006/main">
            <a:off x="609600" y="43815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Kontributor data</a:t>
            </a:r>
          </a:p>
        </p:txBody>
      </p:sp>
      <p:sp>
        <p:nvSpPr>
          <p:cNvPr id="15" name="Nama untuk peran 4"/>
          <p:cNvSpPr>
            <a:spLocks xmlns:a="http://schemas.openxmlformats.org/drawingml/2006/main" noGrp="1"/>
          </p:cNvSpPr>
          <p:nvPr>
            <p:ph type="body" idx="15" hasCustomPrompt="1"/>
          </p:nvPr>
        </p:nvSpPr>
        <p:spPr>
          <a:xfrm xmlns:a="http://schemas.openxmlformats.org/drawingml/2006/main">
            <a:off x="4057650" y="43815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anggota / tim]</a:t>
            </a:r>
          </a:p>
        </p:txBody>
      </p:sp>
      <p:sp>
        <p:nvSpPr>
          <p:cNvPr id="16" name="Unit untuk peran 4"/>
          <p:cNvSpPr>
            <a:spLocks xmlns:a="http://schemas.openxmlformats.org/drawingml/2006/main" noGrp="1"/>
          </p:cNvSpPr>
          <p:nvPr>
            <p:ph type="body" idx="16" hasCustomPrompt="1"/>
          </p:nvPr>
        </p:nvSpPr>
        <p:spPr>
          <a:xfrm xmlns:a="http://schemas.openxmlformats.org/drawingml/2006/main">
            <a:off x="8724900" y="43815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[Unit kerja]</a:t>
            </a:r>
          </a:p>
        </p:txBody>
      </p:sp>
      <p:sp>
        <p:nvSpPr>
          <p:cNvPr id="17" name="Peran 5"/>
          <p:cNvSpPr>
            <a:spLocks xmlns:a="http://schemas.openxmlformats.org/drawingml/2006/main" noGrp="1"/>
          </p:cNvSpPr>
          <p:nvPr>
            <p:ph type="body" idx="17" hasCustomPrompt="1"/>
          </p:nvPr>
        </p:nvSpPr>
        <p:spPr>
          <a:xfrm xmlns:a="http://schemas.openxmlformats.org/drawingml/2006/main">
            <a:off x="609600" y="49339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04999"/>
                </a:solidFill>
                <a:latin typeface="Space Grotesk"/>
                <a:ea typeface="Space Grotesk"/>
                <a:cs typeface="Space Grotesk"/>
              </a:defRPr>
            </a:pPr>
            <a:r>
              <a:rPr sz="1800" b="1">
                <a:solidFill>
                  <a:srgbClr val="004999"/>
                </a:solidFill>
                <a:latin typeface="Space Grotesk"/>
                <a:ea typeface="Space Grotesk"/>
                <a:cs typeface="Space Grotesk"/>
              </a:rPr>
              <a:t>Penelaah materi</a:t>
            </a:r>
          </a:p>
        </p:txBody>
      </p:sp>
      <p:sp>
        <p:nvSpPr>
          <p:cNvPr id="18" name="Nama untuk peran 5"/>
          <p:cNvSpPr>
            <a:spLocks xmlns:a="http://schemas.openxmlformats.org/drawingml/2006/main" noGrp="1"/>
          </p:cNvSpPr>
          <p:nvPr>
            <p:ph type="body" idx="18" hasCustomPrompt="1"/>
          </p:nvPr>
        </p:nvSpPr>
        <p:spPr>
          <a:xfrm xmlns:a="http://schemas.openxmlformats.org/drawingml/2006/main">
            <a:off x="4057650" y="493395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11627"/>
                </a:solidFill>
                <a:latin typeface="Space Grotesk"/>
                <a:ea typeface="Space Grotesk"/>
                <a:cs typeface="Space Grotesk"/>
              </a:defRPr>
            </a:pPr>
            <a:r>
              <a:rPr sz="1800" b="0">
                <a:solidFill>
                  <a:srgbClr val="011627"/>
                </a:solidFill>
                <a:latin typeface="Space Grotesk"/>
                <a:ea typeface="Space Grotesk"/>
                <a:cs typeface="Space Grotesk"/>
              </a:rPr>
              <a:t>[Nama penelaah, bila ada]</a:t>
            </a:r>
          </a:p>
        </p:txBody>
      </p:sp>
      <p:sp>
        <p:nvSpPr>
          <p:cNvPr id="19" name="Unit untuk peran 5"/>
          <p:cNvSpPr>
            <a:spLocks xmlns:a="http://schemas.openxmlformats.org/drawingml/2006/main" noGrp="1"/>
          </p:cNvSpPr>
          <p:nvPr>
            <p:ph type="body" idx="19" hasCustomPrompt="1"/>
          </p:nvPr>
        </p:nvSpPr>
        <p:spPr>
          <a:xfrm xmlns:a="http://schemas.openxmlformats.org/drawingml/2006/main">
            <a:off x="8724900" y="49339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[Jabatan / unit]</a:t>
            </a:r>
          </a:p>
        </p:txBody>
      </p:sp>
      <p:sp>
        <p:nvSpPr>
          <p:cNvPr id="20" name="Kontak koordinator"/>
          <p:cNvSpPr>
            <a:spLocks xmlns:a="http://schemas.openxmlformats.org/drawingml/2006/main" noGrp="1"/>
          </p:cNvSpPr>
          <p:nvPr>
            <p:ph type="body" idx="20" hasCustomPrompt="1"/>
          </p:nvPr>
        </p:nvSpPr>
        <p:spPr>
          <a:xfrm xmlns:a="http://schemas.openxmlformats.org/drawingml/2006/main">
            <a:off x="609600" y="5734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679"/>
                </a:solidFill>
                <a:latin typeface="Space Grotesk"/>
                <a:ea typeface="Space Grotesk"/>
                <a:cs typeface="Space Grotesk"/>
              </a:defRPr>
            </a:pPr>
            <a:r>
              <a:rPr sz="1650" b="0">
                <a:solidFill>
                  <a:srgbClr val="536679"/>
                </a:solidFill>
                <a:latin typeface="Space Grotesk"/>
                <a:ea typeface="Space Grotesk"/>
                <a:cs typeface="Space Grotesk"/>
              </a:rPr>
              <a:t>Kontak koordinator: [Email / nomor kontak resmi]</a:t>
            </a:r>
          </a:p>
        </p:txBody>
      </p:sp>
      <p:sp>
        <p:nvSpPr>
          <p:cNvPr id="21" name="Situs web JUP">
            <ns0:hlinkClick xmlns:ns0="http://schemas.openxmlformats.org/drawingml/2006/main" xmlns:ns1="http://schemas.openxmlformats.org/officeDocument/2006/relationships" ns1:id="rIdJupContact1"/>
            <a:extLst xmlns:a="http://schemas.openxmlformats.org/drawingml/2006/main">
              <a:ext uri="{FF2B5EF4-FFF2-40B4-BE49-F238E27FC236}">
                <a16:creationId xmlns:a16="http://schemas.microsoft.com/office/drawing/2014/main" id="{E4142F21-0FAC-44E7-85A2-4A0B21E485A3}"/>
              </a:ext>
            </a:extLst>
          </p:cNvPr>
          <p:cNvSpPr>
            <a:spLocks xmlns:a="http://schemas.openxmlformats.org/drawingml/2006/main" noGrp="1"/>
          </p:cNvSpPr>
          <p:nvPr>
            <p:ph type="body" idx="96" hasCustomPrompt="1"/>
          </p:nvPr>
        </p:nvSpPr>
        <p:spPr>
          <a:xfrm xmlns:a="http://schemas.openxmlformats.org/drawingml/2006/main">
            <a:off x="8153400" y="63817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www.jup.co.id</a:t>
            </a:r>
          </a:p>
        </p:txBody>
      </p:sp>
      <p:sp>
        <p:nvSpPr>
          <p:cNvPr id="22" name="Klasifikasi dokumen">
            <a:extLst xmlns:a="http://schemas.openxmlformats.org/drawingml/2006/main">
              <a:ext uri="{FF2B5EF4-FFF2-40B4-BE49-F238E27FC236}">
                <a16:creationId xmlns:a16="http://schemas.microsoft.com/office/drawing/2014/main" id="{9426A769-76A5-4DDD-B164-B75588110300}"/>
              </a:ext>
            </a:extLst>
          </p:cNvPr>
          <p:cNvSpPr>
            <a:spLocks xmlns:a="http://schemas.openxmlformats.org/drawingml/2006/main" noGrp="1"/>
          </p:cNvSpPr>
          <p:nvPr>
            <p:ph type="body" idx="98" hasCustomPrompt="1"/>
          </p:nvPr>
        </p:nvSpPr>
        <p:spPr>
          <a:xfrm xmlns:a="http://schemas.openxmlformats.org/drawingml/2006/main">
            <a:off x="609600" y="6381750"/>
            <a:ext cx="670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lang="id-ID">
                <a:solidFill>
                  <a:srgbClr val="536679"/>
                </a:solidFill>
                <a:latin typeface="Space Grotesk"/>
                <a:ea typeface="Space Grotesk"/>
                <a:cs typeface="Space Grotesk"/>
              </a:defRPr>
            </a:pPr>
            <a:r>
              <a:rPr sz="1200" b="0" lang="id-ID">
                <a:solidFill>
                  <a:srgbClr val="536679"/>
                </a:solidFill>
                <a:latin typeface="Space Grotesk"/>
                <a:ea typeface="Space Grotesk"/>
                <a:cs typeface="Space Grotesk"/>
              </a:rPr>
              <a:t>[Unit kerja] / [Klasifikasi]</a:t>
            </a:r>
          </a:p>
        </p:txBody>
      </p:sp>
      <p:sp>
        <p:nvSpPr>
          <p:cNvPr id="23" name="Nomor slide">
            <a:extLst xmlns:a="http://schemas.openxmlformats.org/drawingml/2006/main">
              <a:ext uri="{FF2B5EF4-FFF2-40B4-BE49-F238E27FC236}">
                <a16:creationId xmlns:a16="http://schemas.microsoft.com/office/drawing/2014/main" id="{CC5DC90F-4B7A-4BBB-928C-31E0EF53B65B}"/>
              </a:ext>
            </a:extLst>
          </p:cNvPr>
          <p:cNvSpPr>
            <a:spLocks xmlns:a="http://schemas.openxmlformats.org/drawingml/2006/main" noGrp="1"/>
          </p:cNvSpPr>
          <p:nvPr>
            <p:ph type="sldNum" idx="99" hasCustomPrompt="1"/>
          </p:nvPr>
        </p:nvSpPr>
        <p:spPr>
          <a:xfrm xmlns:a="http://schemas.openxmlformats.org/drawingml/2006/main">
            <a:off x="11049000" y="63817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lang="id-ID">
                <a:solidFill>
                  <a:srgbClr val="536679"/>
                </a:solidFill>
                <a:latin typeface="Space Grotesk"/>
                <a:ea typeface="Space Grotesk"/>
                <a:cs typeface="Space Grotesk"/>
              </a:defRPr>
            </a:pPr>
            <a:fld id="{5EDDB982-9296-43DE-9880-EF15D44653AF}" type="slidenum">
              <a:rPr sz="1200" b="0" lang="id-ID">
                <a:solidFill>
                  <a:srgbClr val="536679"/>
                </a:solidFill>
                <a:latin typeface="Space Grotesk"/>
                <a:ea typeface="Space Grotesk"/>
                <a:cs typeface="Space Grotesk"/>
              </a:rPr>
              <a:t>30</a:t>
            </a:fld>
          </a:p>
        </p:txBody>
      </p:sp>
    </p:spTree>
    <p:extLst>
      <p:ext uri="{BB962C8B-B14F-4D97-AF65-F5344CB8AC3E}">
        <p14:creationId xmlns:p14="http://schemas.microsoft.com/office/powerpoint/2010/main" val="602947508"/>
      </p:ext>
    </p:extLst>
  </p:cSld>
</p:sld>
</file>

<file path=ppt/theme/theme1.xml><?xml version="1.0" encoding="utf-8"?>
<a:theme xmlns:a="http://schemas.openxmlformats.org/drawingml/2006/main" name="JUP Enterprise 2023">
  <a:themeElements>
    <a:clrScheme name="JUP 2023 Enterprise">
      <a:dk1>
        <a:srgbClr val="011627"/>
      </a:dk1>
      <a:lt1>
        <a:srgbClr val="F0F1F1"/>
      </a:lt1>
      <a:dk2>
        <a:srgbClr val="004999"/>
      </a:dk2>
      <a:lt2>
        <a:srgbClr val="FFFFFF"/>
      </a:lt2>
      <a:accent1>
        <a:srgbClr val="00A550"/>
      </a:accent1>
      <a:accent2>
        <a:srgbClr val="004999"/>
      </a:accent2>
      <a:accent3>
        <a:srgbClr val="011627"/>
      </a:accent3>
      <a:accent4>
        <a:srgbClr val="35485C"/>
      </a:accent4>
      <a:accent5>
        <a:srgbClr val="8A5200"/>
      </a:accent5>
      <a:accent6>
        <a:srgbClr val="B3261E"/>
      </a:accent6>
      <a:hlink>
        <a:srgbClr val="004999"/>
      </a:hlink>
      <a:folHlink>
        <a:srgbClr val="006C34"/>
      </a:folHlink>
    </a:clrScheme>
    <a:fontScheme name="JUP Space Grotesk">
      <a:majorFont>
        <a:latin typeface="Space Grotesk"/>
        <a:ea typeface="Space Grotesk"/>
        <a:cs typeface="Space Grotesk"/>
      </a:majorFont>
      <a:minorFont>
        <a:latin typeface="Space Grotesk"/>
        <a:ea typeface="Space Grotesk"/>
        <a:cs typeface="Space Grotesk"/>
      </a:minorFont>
    </a:fontScheme>
    <a:fmtScheme name="JUP 2023 Enterpri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30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2026-09-16T20:46:21.4110000Z</dcterms:created>
  <dcterms:modified xsi:type="dcterms:W3CDTF">2026-09-16T20:46:21.4110000Z</dcterms:modified>
</coreProperties>
</file>